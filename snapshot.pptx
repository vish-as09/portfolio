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8" r:id="rId1"/>
  </p:sldMasterIdLst>
  <p:notesMasterIdLst>
    <p:notesMasterId r:id="rId2"/>
  </p:notesMasterIdLst>
  <p:handoutMasterIdLst>
    <p:handoutMasterId r:id="rId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3" autoAdjust="0"/>
    <p:restoredTop sz="95388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>
        <p:guide orient="horz" pos="2616"/>
        <p:guide orient="horz" pos="3264"/>
        <p:guide orient="horz" pos="4008"/>
        <p:guide orient="horz" pos="2352"/>
        <p:guide orient="horz" pos="2448"/>
        <p:guide pos="691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pos="5256"/>
        <p:guide pos="7256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theme" Target="theme/theme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5943599" cy="12223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dt" idx="1"/>
          </p:nvPr>
        </p:nvSpPr>
        <p:spPr>
          <a:xfrm rot="0">
            <a:off x="7769224" y="0"/>
            <a:ext cx="5943599" cy="12223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4/18/2026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ftr" idx="2"/>
          </p:nvPr>
        </p:nvSpPr>
        <p:spPr>
          <a:xfrm rot="0">
            <a:off x="0" y="23161624"/>
            <a:ext cx="5943599" cy="12223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sldNum" idx="3"/>
          </p:nvPr>
        </p:nvSpPr>
        <p:spPr>
          <a:xfrm rot="0">
            <a:off x="7769224" y="23161624"/>
            <a:ext cx="5943599" cy="12223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00210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1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410262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1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6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228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6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6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685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6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6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1143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6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6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1600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6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1600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6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对象"/>
          <p:cNvSpPr>
            <a:spLocks noGrp="1" noChangeAspect="1"/>
          </p:cNvSpPr>
          <p:nvPr>
            <p:ph type="sldImg"/>
          </p:nvPr>
        </p:nvSpPr>
        <p:spPr>
          <a:xfrm rot="0">
            <a:off x="-457200" y="3048000"/>
            <a:ext cx="14630401" cy="82296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8" name="文本框"/>
          <p:cNvSpPr>
            <a:spLocks noGrp="1"/>
          </p:cNvSpPr>
          <p:nvPr>
            <p:ph type="body" idx="1"/>
          </p:nvPr>
        </p:nvSpPr>
        <p:spPr>
          <a:xfrm rot="0">
            <a:off x="1371600" y="11734801"/>
            <a:ext cx="10972800" cy="9601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413833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对象"/>
          <p:cNvSpPr>
            <a:spLocks noGrp="1" noChangeAspect="1"/>
          </p:cNvSpPr>
          <p:nvPr>
            <p:ph type="sldImg"/>
          </p:nvPr>
        </p:nvSpPr>
        <p:spPr>
          <a:xfrm rot="0">
            <a:off x="-457200" y="3048000"/>
            <a:ext cx="14630401" cy="82296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33" name="文本框"/>
          <p:cNvSpPr>
            <a:spLocks noGrp="1"/>
          </p:cNvSpPr>
          <p:nvPr>
            <p:ph type="body" idx="1"/>
          </p:nvPr>
        </p:nvSpPr>
        <p:spPr>
          <a:xfrm rot="0">
            <a:off x="1371600" y="11734801"/>
            <a:ext cx="10972800" cy="9601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268366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对象"/>
          <p:cNvSpPr>
            <a:spLocks noGrp="1" noChangeAspect="1"/>
          </p:cNvSpPr>
          <p:nvPr>
            <p:ph type="sldImg"/>
          </p:nvPr>
        </p:nvSpPr>
        <p:spPr>
          <a:xfrm rot="0">
            <a:off x="-457200" y="3048000"/>
            <a:ext cx="14630401" cy="82296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45" name="文本框"/>
          <p:cNvSpPr>
            <a:spLocks noGrp="1"/>
          </p:cNvSpPr>
          <p:nvPr>
            <p:ph type="body" idx="1"/>
          </p:nvPr>
        </p:nvSpPr>
        <p:spPr>
          <a:xfrm rot="0">
            <a:off x="1371600" y="11734801"/>
            <a:ext cx="10972800" cy="9601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246934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对象"/>
          <p:cNvSpPr>
            <a:spLocks noGrp="1" noChangeAspect="1"/>
          </p:cNvSpPr>
          <p:nvPr>
            <p:ph type="sldImg"/>
          </p:nvPr>
        </p:nvSpPr>
        <p:spPr>
          <a:xfrm rot="0">
            <a:off x="-457200" y="3048000"/>
            <a:ext cx="14630401" cy="82296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58" name="文本框"/>
          <p:cNvSpPr>
            <a:spLocks noGrp="1"/>
          </p:cNvSpPr>
          <p:nvPr>
            <p:ph type="body" idx="1"/>
          </p:nvPr>
        </p:nvSpPr>
        <p:spPr>
          <a:xfrm rot="0">
            <a:off x="1371600" y="11734801"/>
            <a:ext cx="10972800" cy="9601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274372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对象"/>
          <p:cNvSpPr>
            <a:spLocks noGrp="1" noChangeAspect="1"/>
          </p:cNvSpPr>
          <p:nvPr>
            <p:ph type="sldImg"/>
          </p:nvPr>
        </p:nvSpPr>
        <p:spPr>
          <a:xfrm rot="0">
            <a:off x="-457200" y="3048000"/>
            <a:ext cx="14630401" cy="82296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69" name="文本框"/>
          <p:cNvSpPr>
            <a:spLocks noGrp="1"/>
          </p:cNvSpPr>
          <p:nvPr>
            <p:ph type="body" idx="1"/>
          </p:nvPr>
        </p:nvSpPr>
        <p:spPr>
          <a:xfrm rot="0">
            <a:off x="1371600" y="11734801"/>
            <a:ext cx="10972800" cy="9601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052522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对象"/>
          <p:cNvSpPr>
            <a:spLocks noGrp="1" noChangeAspect="1"/>
          </p:cNvSpPr>
          <p:nvPr>
            <p:ph type="sldImg"/>
          </p:nvPr>
        </p:nvSpPr>
        <p:spPr>
          <a:xfrm rot="0">
            <a:off x="-457200" y="3048000"/>
            <a:ext cx="14630401" cy="82296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0" name="文本框"/>
          <p:cNvSpPr>
            <a:spLocks noGrp="1"/>
          </p:cNvSpPr>
          <p:nvPr>
            <p:ph type="body" idx="1"/>
          </p:nvPr>
        </p:nvSpPr>
        <p:spPr>
          <a:xfrm rot="0">
            <a:off x="1371600" y="11734801"/>
            <a:ext cx="10972800" cy="9601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597218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对象"/>
          <p:cNvSpPr>
            <a:spLocks noGrp="1" noChangeAspect="1"/>
          </p:cNvSpPr>
          <p:nvPr>
            <p:ph type="sldImg"/>
          </p:nvPr>
        </p:nvSpPr>
        <p:spPr>
          <a:xfrm rot="0">
            <a:off x="-457200" y="3048000"/>
            <a:ext cx="14630401" cy="82296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18" name="文本框"/>
          <p:cNvSpPr>
            <a:spLocks noGrp="1"/>
          </p:cNvSpPr>
          <p:nvPr>
            <p:ph type="body" idx="1"/>
          </p:nvPr>
        </p:nvSpPr>
        <p:spPr>
          <a:xfrm rot="0">
            <a:off x="1371600" y="11734801"/>
            <a:ext cx="10972800" cy="9601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542594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对象"/>
          <p:cNvSpPr>
            <a:spLocks noGrp="1" noChangeAspect="1"/>
          </p:cNvSpPr>
          <p:nvPr>
            <p:ph type="sldImg"/>
          </p:nvPr>
        </p:nvSpPr>
        <p:spPr>
          <a:xfrm rot="0">
            <a:off x="-457200" y="3048000"/>
            <a:ext cx="14630401" cy="82296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60" name="文本框"/>
          <p:cNvSpPr>
            <a:spLocks noGrp="1"/>
          </p:cNvSpPr>
          <p:nvPr>
            <p:ph type="body" idx="1"/>
          </p:nvPr>
        </p:nvSpPr>
        <p:spPr>
          <a:xfrm rot="0">
            <a:off x="1371600" y="11734801"/>
            <a:ext cx="10972800" cy="9601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10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6150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92860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200444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528736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005398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075096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329331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71675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839942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679853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081885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9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5295900" cy="687705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4763" cmpd="sng" cap="flat">
            <a:noFill/>
            <a:prstDash val="solid"/>
            <a:miter/>
          </a:ln>
        </p:spPr>
      </p:sp>
      <p:sp>
        <p:nvSpPr>
          <p:cNvPr id="10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500188" y="1173106"/>
            <a:ext cx="9191627" cy="5704772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0800" y="0"/>
                </a:moveTo>
                <a:cubicBezTo>
                  <a:pt x="16764" y="0"/>
                  <a:pt x="21600" y="7784"/>
                  <a:pt x="21600" y="17387"/>
                </a:cubicBezTo>
                <a:lnTo>
                  <a:pt x="21600" y="21598"/>
                </a:lnTo>
                <a:lnTo>
                  <a:pt x="0" y="21598"/>
                </a:lnTo>
                <a:lnTo>
                  <a:pt x="0" y="17387"/>
                </a:lnTo>
                <a:cubicBezTo>
                  <a:pt x="0" y="7784"/>
                  <a:pt x="4835" y="0"/>
                  <a:pt x="10800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4763" cmpd="sng" cap="flat">
            <a:noFill/>
            <a:prstDash val="solid"/>
            <a:miter/>
          </a:ln>
        </p:spPr>
      </p:sp>
      <p:sp>
        <p:nvSpPr>
          <p:cNvPr id="11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2694429" y="0"/>
            <a:ext cx="6803142" cy="5396474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7993"/>
                </a:lnTo>
                <a:cubicBezTo>
                  <a:pt x="21600" y="15508"/>
                  <a:pt x="16764" y="21600"/>
                  <a:pt x="10799" y="21600"/>
                </a:cubicBezTo>
                <a:cubicBezTo>
                  <a:pt x="4835" y="21600"/>
                  <a:pt x="0" y="15508"/>
                  <a:pt x="0" y="7993"/>
                </a:cubicBezTo>
                <a:close/>
              </a:path>
            </a:pathLst>
          </a:custGeom>
          <a:solidFill xmlns:a="http://schemas.openxmlformats.org/drawingml/2006/main">
            <a:srgbClr val="FDFAF6">
              <a:alpha val="99000"/>
            </a:srgbClr>
          </a:solidFill>
          <a:ln xmlns:a="http://schemas.openxmlformats.org/drawingml/2006/main" w="4759" cmpd="sng" cap="flat">
            <a:noFill/>
            <a:prstDash val="solid"/>
            <a:miter/>
          </a:ln>
        </p:spPr>
      </p:sp>
      <p:sp>
        <p:nvSpPr>
          <p:cNvPr id="1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2899790" y="810227"/>
            <a:ext cx="6392421" cy="3831221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</a:pPr>
            <a:r>
              <a:rPr lang="en-US" altLang="zh-CN" sz="3600"/>
              <a:t>Click to add title</a:t>
            </a:r>
            <a:endParaRPr lang="zh-CN" altLang="en-US" sz="3600"/>
          </a:p>
        </p:txBody>
      </p:sp>
    </p:spTree>
    <p:extLst>
      <p:ext uri="{BB962C8B-B14F-4D97-AF65-F5344CB8AC3E}">
        <p14:creationId xmlns:p14="http://schemas.microsoft.com/office/powerpoint/2010/main" val="1348332944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grpSp>
        <p:nvGrpSpPr>
          <p:cNvPr id="21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>
            <a:off x="6452301" y="3405018"/>
            <a:ext cx="5739700" cy="3467970"/>
            <a:chOff x="6452301" y="3405018"/>
            <a:chExt cx="5739700" cy="3467970"/>
          </a:xfrm>
        </p:grpSpPr>
        <p:sp>
          <p:nvSpPr>
            <p:cNvPr id="19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6452301" y="3405018"/>
              <a:ext cx="2883157" cy="3467970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 xmlns:a="http://schemas.openxmlformats.org/drawingml/2006/main">
              <a:schemeClr val="accent1"/>
            </a:solidFill>
            <a:ln xmlns:a="http://schemas.openxmlformats.org/drawingml/2006/main" cmpd="sng" cap="flat">
              <a:noFill/>
              <a:prstDash val="solid"/>
              <a:round/>
            </a:ln>
          </p:spPr>
        </p:sp>
        <p:sp>
          <p:nvSpPr>
            <p:cNvPr id="20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9318472" y="3405018"/>
              <a:ext cx="2873529" cy="3467970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chemeClr val="accent2"/>
            </a:solidFill>
            <a:ln xmlns:a="http://schemas.openxmlformats.org/drawingml/2006/main" cmpd="sng" cap="flat">
              <a:noFill/>
              <a:prstDash val="solid"/>
              <a:round/>
            </a:ln>
          </p:spPr>
        </p:sp>
      </p:grpSp>
      <p:grpSp>
        <p:nvGrpSpPr>
          <p:cNvPr id="24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 flipH="1" flipV="1">
            <a:off x="6465608" y="0"/>
            <a:ext cx="5739699" cy="3467970"/>
            <a:chOff x="6465608" y="0"/>
            <a:chExt cx="5739699" cy="3467970"/>
          </a:xfrm>
        </p:grpSpPr>
        <p:sp>
          <p:nvSpPr>
            <p:cNvPr id="22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6465608" y="0"/>
              <a:ext cx="2883157" cy="3467970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 xmlns:a="http://schemas.openxmlformats.org/drawingml/2006/main">
              <a:schemeClr val="accent4"/>
            </a:solidFill>
            <a:ln xmlns:a="http://schemas.openxmlformats.org/drawingml/2006/main" cmpd="sng" cap="flat">
              <a:noFill/>
              <a:prstDash val="solid"/>
              <a:round/>
            </a:ln>
          </p:spPr>
        </p:sp>
        <p:sp>
          <p:nvSpPr>
            <p:cNvPr id="23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9331778" y="0"/>
              <a:ext cx="2873529" cy="3467970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599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chemeClr val="accent5"/>
            </a:solidFill>
            <a:ln xmlns:a="http://schemas.openxmlformats.org/drawingml/2006/main" cmpd="sng" cap="flat">
              <a:noFill/>
              <a:prstDash val="solid"/>
              <a:round/>
            </a:ln>
          </p:spPr>
        </p:sp>
      </p:grpSp>
      <p:sp>
        <p:nvSpPr>
          <p:cNvPr id="25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7642518" y="4577658"/>
            <a:ext cx="775021" cy="77502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0800" y="21600"/>
                </a:moveTo>
                <a:cubicBezTo>
                  <a:pt x="16762" y="21600"/>
                  <a:pt x="21600" y="16762"/>
                  <a:pt x="21600" y="10800"/>
                </a:cubicBezTo>
                <a:cubicBezTo>
                  <a:pt x="21600" y="4835"/>
                  <a:pt x="16762" y="0"/>
                  <a:pt x="10800" y="0"/>
                </a:cubicBezTo>
                <a:cubicBezTo>
                  <a:pt x="4834" y="0"/>
                  <a:pt x="0" y="4835"/>
                  <a:pt x="0" y="10800"/>
                </a:cubicBezTo>
                <a:cubicBezTo>
                  <a:pt x="0" y="16762"/>
                  <a:pt x="4834" y="21600"/>
                  <a:pt x="10800" y="2160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3801" cmpd="sng" cap="flat">
            <a:noFill/>
            <a:prstDash val="solid"/>
            <a:miter/>
          </a:ln>
        </p:spPr>
      </p:sp>
      <p:sp>
        <p:nvSpPr>
          <p:cNvPr id="26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914400" y="1057274"/>
            <a:ext cx="6583680" cy="153135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</a:pPr>
            <a:r>
              <a:rPr lang="en-US" altLang="zh-CN" sz="3600"/>
              <a:t>Click to add title</a:t>
            </a:r>
            <a:endParaRPr lang="zh-CN" altLang="en-US" sz="3600"/>
          </a:p>
        </p:txBody>
      </p:sp>
      <p:sp>
        <p:nvSpPr>
          <p:cNvPr id="27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914400" y="2834640"/>
            <a:ext cx="6583680" cy="320734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/>
              <a:t>Click to add text</a:t>
            </a:r>
            <a:endParaRPr lang="en-US" altLang="zh-CN" sz="2400"/>
          </a:p>
          <a:p xmlns:a="http://schemas.openxmlformats.org/drawingml/2006/main">
            <a:pPr lvl="1" marL="347472" indent="-347472">
              <a:lnSpc>
                <a:spcPct val="150000"/>
              </a:lnSpc>
              <a:spcBef>
                <a:spcPts val="0"/>
              </a:spcBef>
            </a:pPr>
            <a:r>
              <a:rPr lang="en-US" altLang="zh-CN" sz="2000"/>
              <a:t>Second level</a:t>
            </a:r>
            <a:endParaRPr lang="en-US" altLang="zh-CN" sz="2000"/>
          </a:p>
          <a:p xmlns:a="http://schemas.openxmlformats.org/drawingml/2006/main">
            <a:pPr lvl="2" marL="685800" indent="-347472">
              <a:lnSpc>
                <a:spcPct val="150000"/>
              </a:lnSpc>
              <a:spcBef>
                <a:spcPts val="0"/>
              </a:spcBef>
            </a:pPr>
            <a:r>
              <a:rPr lang="en-US" altLang="zh-CN" sz="1800"/>
              <a:t>Third level</a:t>
            </a:r>
            <a:endParaRPr lang="zh-CN" altLang="en-US" sz="1800"/>
          </a:p>
        </p:txBody>
      </p:sp>
      <p:sp>
        <p:nvSpPr>
          <p:cNvPr id="28" name="文本框"/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 rot="0">
            <a:off x="10358437" y="457199"/>
            <a:ext cx="1067589" cy="47148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&lt;#&gt;</a:t>
            </a:fld>
            <a:endParaRPr lang="zh-CN" altLang="en-US" sz="160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425669"/>
      </p:ext>
    </p:extLst>
  </p:cSld>
  <p:clrMapOvr>
    <a:masterClrMapping xmlns:a="http://schemas.openxmlformats.org/drawingml/2006/main"/>
  </p:clrMapOvr>
</p:sldLayout>
</file>

<file path=ppt/slideLayouts/slideLayout14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34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-24064" y="3390900"/>
            <a:ext cx="12216062" cy="3467100"/>
          </a:xfrm>
          <a:prstGeom xmlns:a="http://schemas.openxmlformats.org/drawingml/2006/main" prst="rect"/>
          <a:solidFill xmlns:a="http://schemas.openxmlformats.org/drawingml/2006/main">
            <a:schemeClr val="accent4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35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43346" y="332509"/>
            <a:ext cx="11305308" cy="6026727"/>
          </a:xfrm>
          <a:prstGeom xmlns:a="http://schemas.openxmlformats.org/drawingml/2006/main" prst="rect"/>
          <a:solidFill xmlns:a="http://schemas.openxmlformats.org/drawingml/2006/main">
            <a:schemeClr val="bg1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grpSp>
        <p:nvGrpSpPr>
          <p:cNvPr id="39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 flipH="1">
            <a:off x="9353551" y="0"/>
            <a:ext cx="2838447" cy="2857957"/>
            <a:chOff x="9353551" y="0"/>
            <a:chExt cx="2838447" cy="2857957"/>
          </a:xfrm>
        </p:grpSpPr>
        <p:sp>
          <p:nvSpPr>
            <p:cNvPr id="36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9353551" y="0"/>
              <a:ext cx="2838447" cy="2857957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4997" y="0"/>
                  </a:moveTo>
                  <a:lnTo>
                    <a:pt x="21600" y="0"/>
                  </a:lnTo>
                  <a:lnTo>
                    <a:pt x="21600" y="52"/>
                  </a:lnTo>
                  <a:cubicBezTo>
                    <a:pt x="21600" y="11215"/>
                    <a:pt x="13065" y="20390"/>
                    <a:pt x="2120" y="21491"/>
                  </a:cubicBezTo>
                  <a:lnTo>
                    <a:pt x="0" y="21600"/>
                  </a:lnTo>
                  <a:lnTo>
                    <a:pt x="0" y="15044"/>
                  </a:lnTo>
                  <a:lnTo>
                    <a:pt x="1446" y="14969"/>
                  </a:lnTo>
                  <a:cubicBezTo>
                    <a:pt x="8556" y="14246"/>
                    <a:pt x="14200" y="8584"/>
                    <a:pt x="14920" y="1512"/>
                  </a:cubicBezTo>
                  <a:close/>
                </a:path>
              </a:pathLst>
            </a:custGeom>
            <a:solidFill xmlns:a="http://schemas.openxmlformats.org/drawingml/2006/main">
              <a:schemeClr val="accent1"/>
            </a:solidFill>
            <a:ln xmlns:a="http://schemas.openxmlformats.org/drawingml/2006/main" cmpd="sng" cap="flat">
              <a:noFill/>
              <a:prstDash val="solid"/>
              <a:round/>
            </a:ln>
          </p:spPr>
        </p:sp>
        <p:sp>
          <p:nvSpPr>
            <p:cNvPr id="37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9353552" y="1"/>
              <a:ext cx="1003448" cy="1013015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489" y="2145"/>
                  </a:lnTo>
                  <a:cubicBezTo>
                    <a:pt x="20436" y="12298"/>
                    <a:pt x="12197" y="20457"/>
                    <a:pt x="1951" y="21501"/>
                  </a:cubicBezTo>
                  <a:lnTo>
                    <a:pt x="0" y="21600"/>
                  </a:lnTo>
                  <a:close/>
                </a:path>
              </a:pathLst>
            </a:custGeom>
            <a:solidFill xmlns:a="http://schemas.openxmlformats.org/drawingml/2006/main">
              <a:schemeClr val="bg1"/>
            </a:solidFill>
            <a:ln xmlns:a="http://schemas.openxmlformats.org/drawingml/2006/main" cmpd="sng" cap="flat">
              <a:noFill/>
              <a:prstDash val="solid"/>
              <a:round/>
            </a:ln>
          </p:spPr>
        </p:sp>
        <p:sp>
          <p:nvSpPr>
            <p:cNvPr id="38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0811883" y="590133"/>
              <a:ext cx="775021" cy="775021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799" y="21600"/>
                  </a:moveTo>
                  <a:cubicBezTo>
                    <a:pt x="16762" y="21600"/>
                    <a:pt x="21600" y="16764"/>
                    <a:pt x="21600" y="10800"/>
                  </a:cubicBezTo>
                  <a:cubicBezTo>
                    <a:pt x="21600" y="4834"/>
                    <a:pt x="16762" y="0"/>
                    <a:pt x="10799" y="0"/>
                  </a:cubicBezTo>
                  <a:cubicBezTo>
                    <a:pt x="4835" y="0"/>
                    <a:pt x="0" y="4834"/>
                    <a:pt x="0" y="10800"/>
                  </a:cubicBezTo>
                  <a:cubicBezTo>
                    <a:pt x="0" y="16764"/>
                    <a:pt x="4835" y="21600"/>
                    <a:pt x="10799" y="21600"/>
                  </a:cubicBezTo>
                  <a:close/>
                </a:path>
              </a:pathLst>
            </a:custGeom>
            <a:solidFill xmlns:a="http://schemas.openxmlformats.org/drawingml/2006/main">
              <a:schemeClr val="accent6"/>
            </a:solidFill>
            <a:ln xmlns:a="http://schemas.openxmlformats.org/drawingml/2006/main" w="3801" cmpd="sng" cap="flat">
              <a:noFill/>
              <a:prstDash val="solid"/>
              <a:miter/>
            </a:ln>
          </p:spPr>
        </p:sp>
      </p:grpSp>
      <p:sp>
        <p:nvSpPr>
          <p:cNvPr id="40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5702441" y="1061623"/>
            <a:ext cx="5723585" cy="473910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</a:pPr>
            <a:r>
              <a:rPr lang="en-US" altLang="zh-CN" sz="3600" b="1"/>
              <a:t>Click to add title</a:t>
            </a:r>
            <a:endParaRPr lang="zh-CN" altLang="en-US" sz="3600" b="1"/>
          </a:p>
        </p:txBody>
      </p:sp>
    </p:spTree>
    <p:extLst>
      <p:ext uri="{BB962C8B-B14F-4D97-AF65-F5344CB8AC3E}">
        <p14:creationId xmlns:p14="http://schemas.microsoft.com/office/powerpoint/2010/main" val="1276134778"/>
      </p:ext>
    </p:extLst>
  </p:cSld>
  <p:clrMapOvr>
    <a:masterClrMapping xmlns:a="http://schemas.openxmlformats.org/drawingml/2006/main"/>
  </p:clrMapOvr>
</p:sldLayout>
</file>

<file path=ppt/slideLayouts/slideLayout15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46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-7117" y="0"/>
            <a:ext cx="2550985" cy="685800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7045" cmpd="sng" cap="flat">
            <a:noFill/>
            <a:prstDash val="solid"/>
            <a:miter/>
          </a:ln>
        </p:spPr>
      </p:sp>
      <p:sp>
        <p:nvSpPr>
          <p:cNvPr id="47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-9415" y="0"/>
            <a:ext cx="2548590" cy="2555628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175" y="0"/>
                </a:moveTo>
                <a:lnTo>
                  <a:pt x="1388" y="0"/>
                </a:lnTo>
                <a:cubicBezTo>
                  <a:pt x="1388" y="11142"/>
                  <a:pt x="10455" y="20208"/>
                  <a:pt x="21598" y="20208"/>
                </a:cubicBezTo>
                <a:lnTo>
                  <a:pt x="21598" y="20423"/>
                </a:lnTo>
                <a:lnTo>
                  <a:pt x="21599" y="20424"/>
                </a:lnTo>
                <a:cubicBezTo>
                  <a:pt x="10337" y="20424"/>
                  <a:pt x="1175" y="11260"/>
                  <a:pt x="1175" y="0"/>
                </a:cubicBezTo>
              </a:path>
              <a:path w="21600" h="21600">
                <a:moveTo>
                  <a:pt x="0" y="0"/>
                </a:moveTo>
                <a:lnTo>
                  <a:pt x="213" y="0"/>
                </a:lnTo>
                <a:cubicBezTo>
                  <a:pt x="213" y="11791"/>
                  <a:pt x="9806" y="21384"/>
                  <a:pt x="21600" y="21384"/>
                </a:cubicBezTo>
                <a:lnTo>
                  <a:pt x="21600" y="21600"/>
                </a:lnTo>
                <a:cubicBezTo>
                  <a:pt x="9689" y="21600"/>
                  <a:pt x="0" y="11910"/>
                  <a:pt x="0" y="0"/>
                </a:cubicBezTo>
              </a:path>
              <a:path w="21600" h="21600">
                <a:moveTo>
                  <a:pt x="2351" y="0"/>
                </a:moveTo>
                <a:lnTo>
                  <a:pt x="2564" y="0"/>
                </a:lnTo>
                <a:cubicBezTo>
                  <a:pt x="2564" y="10495"/>
                  <a:pt x="11104" y="19033"/>
                  <a:pt x="21599" y="19033"/>
                </a:cubicBezTo>
                <a:lnTo>
                  <a:pt x="21599" y="19248"/>
                </a:lnTo>
                <a:cubicBezTo>
                  <a:pt x="10985" y="19248"/>
                  <a:pt x="2351" y="10613"/>
                  <a:pt x="2351" y="0"/>
                </a:cubicBezTo>
              </a:path>
              <a:path w="21600" h="21600">
                <a:moveTo>
                  <a:pt x="3526" y="0"/>
                </a:moveTo>
                <a:lnTo>
                  <a:pt x="3740" y="0"/>
                </a:lnTo>
                <a:cubicBezTo>
                  <a:pt x="3740" y="9847"/>
                  <a:pt x="11751" y="17859"/>
                  <a:pt x="21599" y="17859"/>
                </a:cubicBezTo>
                <a:lnTo>
                  <a:pt x="21599" y="18073"/>
                </a:lnTo>
                <a:cubicBezTo>
                  <a:pt x="11632" y="18073"/>
                  <a:pt x="3526" y="9966"/>
                  <a:pt x="3526" y="0"/>
                </a:cubicBezTo>
              </a:path>
              <a:path w="21600" h="21600">
                <a:moveTo>
                  <a:pt x="4701" y="0"/>
                </a:moveTo>
                <a:lnTo>
                  <a:pt x="4915" y="0"/>
                </a:lnTo>
                <a:cubicBezTo>
                  <a:pt x="4915" y="9198"/>
                  <a:pt x="12399" y="16683"/>
                  <a:pt x="21598" y="16683"/>
                </a:cubicBezTo>
                <a:lnTo>
                  <a:pt x="21598" y="16896"/>
                </a:lnTo>
                <a:lnTo>
                  <a:pt x="21599" y="16898"/>
                </a:lnTo>
                <a:cubicBezTo>
                  <a:pt x="12281" y="16898"/>
                  <a:pt x="4701" y="9316"/>
                  <a:pt x="4701" y="0"/>
                </a:cubicBezTo>
              </a:path>
              <a:path w="21600" h="21600">
                <a:moveTo>
                  <a:pt x="5877" y="0"/>
                </a:moveTo>
                <a:lnTo>
                  <a:pt x="6091" y="0"/>
                </a:lnTo>
                <a:cubicBezTo>
                  <a:pt x="6091" y="8551"/>
                  <a:pt x="13048" y="15506"/>
                  <a:pt x="21599" y="15506"/>
                </a:cubicBezTo>
                <a:lnTo>
                  <a:pt x="21599" y="15721"/>
                </a:lnTo>
                <a:cubicBezTo>
                  <a:pt x="12930" y="15721"/>
                  <a:pt x="5877" y="8669"/>
                  <a:pt x="5877" y="0"/>
                </a:cubicBezTo>
              </a:path>
              <a:path w="21600" h="21600">
                <a:moveTo>
                  <a:pt x="7052" y="0"/>
                </a:moveTo>
                <a:lnTo>
                  <a:pt x="7266" y="0"/>
                </a:lnTo>
                <a:cubicBezTo>
                  <a:pt x="7266" y="7901"/>
                  <a:pt x="13696" y="14331"/>
                  <a:pt x="21599" y="14331"/>
                </a:cubicBezTo>
                <a:lnTo>
                  <a:pt x="21599" y="14546"/>
                </a:lnTo>
                <a:cubicBezTo>
                  <a:pt x="13578" y="14546"/>
                  <a:pt x="7052" y="8021"/>
                  <a:pt x="7052" y="0"/>
                </a:cubicBezTo>
              </a:path>
              <a:path w="21600" h="21600">
                <a:moveTo>
                  <a:pt x="8227" y="0"/>
                </a:moveTo>
                <a:lnTo>
                  <a:pt x="8441" y="0"/>
                </a:lnTo>
                <a:cubicBezTo>
                  <a:pt x="8441" y="7253"/>
                  <a:pt x="14343" y="13156"/>
                  <a:pt x="21598" y="13156"/>
                </a:cubicBezTo>
                <a:lnTo>
                  <a:pt x="21598" y="13371"/>
                </a:lnTo>
                <a:lnTo>
                  <a:pt x="21599" y="13371"/>
                </a:lnTo>
                <a:cubicBezTo>
                  <a:pt x="14226" y="13371"/>
                  <a:pt x="8227" y="7372"/>
                  <a:pt x="8227" y="0"/>
                </a:cubicBezTo>
              </a:path>
              <a:path w="21600" h="21600">
                <a:moveTo>
                  <a:pt x="9403" y="0"/>
                </a:moveTo>
                <a:lnTo>
                  <a:pt x="9616" y="0"/>
                </a:lnTo>
                <a:cubicBezTo>
                  <a:pt x="9616" y="6605"/>
                  <a:pt x="14992" y="11980"/>
                  <a:pt x="21599" y="11980"/>
                </a:cubicBezTo>
                <a:lnTo>
                  <a:pt x="21599" y="12194"/>
                </a:lnTo>
                <a:cubicBezTo>
                  <a:pt x="14874" y="12194"/>
                  <a:pt x="9403" y="6723"/>
                  <a:pt x="9403" y="0"/>
                </a:cubicBezTo>
              </a:path>
              <a:path w="21600" h="21600">
                <a:moveTo>
                  <a:pt x="10577" y="0"/>
                </a:moveTo>
                <a:lnTo>
                  <a:pt x="10792" y="0"/>
                </a:lnTo>
                <a:cubicBezTo>
                  <a:pt x="10792" y="5957"/>
                  <a:pt x="15640" y="10807"/>
                  <a:pt x="21599" y="10807"/>
                </a:cubicBezTo>
                <a:lnTo>
                  <a:pt x="21599" y="11021"/>
                </a:lnTo>
                <a:cubicBezTo>
                  <a:pt x="15522" y="11021"/>
                  <a:pt x="10577" y="6076"/>
                  <a:pt x="10577" y="0"/>
                </a:cubicBezTo>
              </a:path>
              <a:path w="21600" h="21600">
                <a:moveTo>
                  <a:pt x="11753" y="0"/>
                </a:moveTo>
                <a:lnTo>
                  <a:pt x="11966" y="0"/>
                </a:lnTo>
                <a:cubicBezTo>
                  <a:pt x="11966" y="5310"/>
                  <a:pt x="16288" y="9631"/>
                  <a:pt x="21599" y="9631"/>
                </a:cubicBezTo>
                <a:lnTo>
                  <a:pt x="21599" y="9845"/>
                </a:lnTo>
                <a:lnTo>
                  <a:pt x="21599" y="9845"/>
                </a:lnTo>
                <a:cubicBezTo>
                  <a:pt x="16170" y="9845"/>
                  <a:pt x="11753" y="5427"/>
                  <a:pt x="11753" y="0"/>
                </a:cubicBezTo>
              </a:path>
              <a:path w="21600" h="21600">
                <a:moveTo>
                  <a:pt x="12929" y="0"/>
                </a:moveTo>
                <a:lnTo>
                  <a:pt x="13143" y="0"/>
                </a:lnTo>
                <a:cubicBezTo>
                  <a:pt x="13143" y="4662"/>
                  <a:pt x="16937" y="8454"/>
                  <a:pt x="21599" y="8454"/>
                </a:cubicBezTo>
                <a:lnTo>
                  <a:pt x="21599" y="8669"/>
                </a:lnTo>
                <a:cubicBezTo>
                  <a:pt x="16818" y="8669"/>
                  <a:pt x="12929" y="4780"/>
                  <a:pt x="12929" y="0"/>
                </a:cubicBezTo>
              </a:path>
              <a:path w="21600" h="21600">
                <a:moveTo>
                  <a:pt x="14104" y="0"/>
                </a:moveTo>
                <a:lnTo>
                  <a:pt x="14318" y="0"/>
                </a:lnTo>
                <a:cubicBezTo>
                  <a:pt x="14318" y="4012"/>
                  <a:pt x="17584" y="7279"/>
                  <a:pt x="21599" y="7279"/>
                </a:cubicBezTo>
                <a:lnTo>
                  <a:pt x="21599" y="7495"/>
                </a:lnTo>
                <a:cubicBezTo>
                  <a:pt x="17466" y="7495"/>
                  <a:pt x="14104" y="4133"/>
                  <a:pt x="14104" y="0"/>
                </a:cubicBezTo>
              </a:path>
              <a:path w="21600" h="21600">
                <a:moveTo>
                  <a:pt x="15279" y="0"/>
                </a:moveTo>
                <a:lnTo>
                  <a:pt x="15493" y="0"/>
                </a:lnTo>
                <a:cubicBezTo>
                  <a:pt x="15493" y="3366"/>
                  <a:pt x="18232" y="6105"/>
                  <a:pt x="21599" y="6105"/>
                </a:cubicBezTo>
                <a:lnTo>
                  <a:pt x="21599" y="6318"/>
                </a:lnTo>
                <a:lnTo>
                  <a:pt x="21599" y="6318"/>
                </a:lnTo>
                <a:cubicBezTo>
                  <a:pt x="18114" y="6318"/>
                  <a:pt x="15279" y="3483"/>
                  <a:pt x="15279" y="0"/>
                </a:cubicBezTo>
              </a:path>
              <a:path w="21600" h="21600">
                <a:moveTo>
                  <a:pt x="16455" y="0"/>
                </a:moveTo>
                <a:lnTo>
                  <a:pt x="16669" y="0"/>
                </a:lnTo>
                <a:cubicBezTo>
                  <a:pt x="16669" y="2717"/>
                  <a:pt x="18881" y="4930"/>
                  <a:pt x="21599" y="4930"/>
                </a:cubicBezTo>
                <a:lnTo>
                  <a:pt x="21599" y="5142"/>
                </a:lnTo>
                <a:cubicBezTo>
                  <a:pt x="18762" y="5142"/>
                  <a:pt x="16455" y="2835"/>
                  <a:pt x="16455" y="0"/>
                </a:cubicBezTo>
              </a:path>
              <a:path w="21600" h="21600">
                <a:moveTo>
                  <a:pt x="17630" y="0"/>
                </a:moveTo>
                <a:lnTo>
                  <a:pt x="17844" y="0"/>
                </a:lnTo>
                <a:cubicBezTo>
                  <a:pt x="17844" y="2068"/>
                  <a:pt x="19529" y="3755"/>
                  <a:pt x="21599" y="3755"/>
                </a:cubicBezTo>
                <a:lnTo>
                  <a:pt x="21599" y="3967"/>
                </a:lnTo>
                <a:cubicBezTo>
                  <a:pt x="19411" y="3967"/>
                  <a:pt x="17630" y="2186"/>
                  <a:pt x="17630" y="0"/>
                </a:cubicBezTo>
              </a:path>
              <a:path w="21600" h="21600">
                <a:moveTo>
                  <a:pt x="18806" y="0"/>
                </a:moveTo>
                <a:lnTo>
                  <a:pt x="19019" y="0"/>
                </a:lnTo>
                <a:cubicBezTo>
                  <a:pt x="19019" y="1420"/>
                  <a:pt x="20176" y="2580"/>
                  <a:pt x="21599" y="2580"/>
                </a:cubicBezTo>
                <a:lnTo>
                  <a:pt x="21599" y="2793"/>
                </a:lnTo>
                <a:cubicBezTo>
                  <a:pt x="20059" y="2793"/>
                  <a:pt x="18806" y="1541"/>
                  <a:pt x="18806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7032" cmpd="sng" cap="flat">
            <a:noFill/>
            <a:prstDash val="solid"/>
            <a:miter/>
          </a:ln>
        </p:spPr>
      </p:sp>
      <p:sp>
        <p:nvSpPr>
          <p:cNvPr id="48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1" rot="16200000">
            <a:off x="-9389" y="4308466"/>
            <a:ext cx="2550984" cy="2560441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rgbClr val="DE8C8C">
              <a:alpha val="50000"/>
            </a:srgbClr>
          </a:solidFill>
          <a:ln xmlns:a="http://schemas.openxmlformats.org/drawingml/2006/main" cmpd="sng" cap="flat">
            <a:noFill/>
            <a:prstDash val="solid"/>
            <a:round/>
          </a:ln>
        </p:spPr>
      </p:sp>
      <p:sp>
        <p:nvSpPr>
          <p:cNvPr id="49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1" rot="0">
            <a:off x="-10616" y="4308466"/>
            <a:ext cx="2550984" cy="2560441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cmpd="sng" cap="flat">
            <a:noFill/>
            <a:prstDash val="solid"/>
            <a:round/>
          </a:ln>
        </p:spPr>
      </p:sp>
      <p:sp>
        <p:nvSpPr>
          <p:cNvPr id="50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2543868" y="0"/>
            <a:ext cx="2560340" cy="256034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21600"/>
                </a:moveTo>
                <a:cubicBezTo>
                  <a:pt x="11929" y="21600"/>
                  <a:pt x="21600" y="11929"/>
                  <a:pt x="21600" y="0"/>
                </a:cubicBez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rgbClr val="DCE7F6">
              <a:alpha val="50000"/>
            </a:srgbClr>
          </a:solidFill>
          <a:ln xmlns:a="http://schemas.openxmlformats.org/drawingml/2006/main" w="7052" cmpd="sng" cap="flat">
            <a:noFill/>
            <a:prstDash val="solid"/>
            <a:miter/>
          </a:ln>
        </p:spPr>
      </p:sp>
      <p:sp>
        <p:nvSpPr>
          <p:cNvPr id="51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3460565" y="1057274"/>
            <a:ext cx="7965461" cy="99416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</a:pPr>
            <a:r>
              <a:rPr lang="en-US" altLang="zh-CN" sz="3600" b="1">
                <a:latin typeface="Arial Black" pitchFamily="0" charset="0"/>
                <a:cs typeface="Arial" pitchFamily="34" charset="0"/>
              </a:rPr>
              <a:t>Click to add title</a:t>
            </a:r>
            <a:endParaRPr lang="zh-CN" altLang="en-US" sz="3600" b="1">
              <a:latin typeface="Arial Black" pitchFamily="0" charset="0"/>
              <a:cs typeface="Arial" pitchFamily="34" charset="0"/>
            </a:endParaRPr>
          </a:p>
        </p:txBody>
      </p:sp>
      <p:sp>
        <p:nvSpPr>
          <p:cNvPr id="52" name="文本框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 rot="0">
            <a:off x="3460565" y="2303029"/>
            <a:ext cx="7965460" cy="349769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1000"/>
              </a:spcBef>
            </a:pPr>
            <a:r>
              <a:rPr lang="en-US" altLang="zh-CN" sz="1800"/>
              <a:t>Click to add text</a:t>
            </a:r>
            <a:endParaRPr lang="en-US" altLang="zh-CN" sz="1800"/>
          </a:p>
          <a:p xmlns:a="http://schemas.openxmlformats.org/drawingml/2006/main">
            <a:pPr lvl="1">
              <a:spcBef>
                <a:spcPts val="1000"/>
              </a:spcBef>
            </a:pPr>
            <a:r>
              <a:rPr lang="en-US" altLang="zh-CN" sz="1800"/>
              <a:t>Second level</a:t>
            </a:r>
            <a:endParaRPr lang="en-US" altLang="zh-CN" sz="1800"/>
          </a:p>
          <a:p xmlns:a="http://schemas.openxmlformats.org/drawingml/2006/main">
            <a:pPr lvl="2">
              <a:spcBef>
                <a:spcPts val="1000"/>
              </a:spcBef>
            </a:pPr>
            <a:r>
              <a:rPr lang="en-US" altLang="zh-CN" sz="1800"/>
              <a:t>Third level</a:t>
            </a:r>
            <a:endParaRPr lang="en-US" altLang="zh-CN" sz="1800"/>
          </a:p>
          <a:p xmlns:a="http://schemas.openxmlformats.org/drawingml/2006/main">
            <a:pPr lvl="3">
              <a:spcBef>
                <a:spcPts val="1000"/>
              </a:spcBef>
            </a:pPr>
            <a:r>
              <a:rPr lang="en-US" altLang="zh-CN" sz="1800"/>
              <a:t>Fourth level</a:t>
            </a:r>
            <a:endParaRPr lang="en-US" altLang="zh-CN" sz="1800"/>
          </a:p>
          <a:p xmlns:a="http://schemas.openxmlformats.org/drawingml/2006/main">
            <a:pPr lvl="4">
              <a:spcBef>
                <a:spcPts val="1000"/>
              </a:spcBef>
            </a:pPr>
            <a:r>
              <a:rPr lang="en-US" altLang="zh-CN" sz="1800"/>
              <a:t>Fifth level</a:t>
            </a:r>
            <a:endParaRPr lang="zh-CN" altLang="en-US" sz="1800"/>
          </a:p>
        </p:txBody>
      </p:sp>
      <p:sp>
        <p:nvSpPr>
          <p:cNvPr id="53" name="文本框"/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 rot="0">
            <a:off x="10358437" y="457199"/>
            <a:ext cx="1067589" cy="47148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&lt;#&gt;</a:t>
            </a:fld>
            <a:endParaRPr lang="zh-CN" altLang="en-US" sz="160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892722"/>
      </p:ext>
    </p:extLst>
  </p:cSld>
  <p:clrMapOvr>
    <a:masterClrMapping xmlns:a="http://schemas.openxmlformats.org/drawingml/2006/main"/>
  </p:clrMapOvr>
</p:sldLayout>
</file>

<file path=ppt/slideLayouts/slideLayout16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59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989454" y="-2546"/>
            <a:ext cx="3202546" cy="3441072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cubicBezTo>
                  <a:pt x="0" y="10378"/>
                  <a:pt x="9112" y="1148"/>
                  <a:pt x="2079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4756" cmpd="sng" cap="flat">
            <a:noFill/>
            <a:prstDash val="solid"/>
            <a:miter/>
          </a:ln>
        </p:spPr>
      </p:sp>
      <p:sp>
        <p:nvSpPr>
          <p:cNvPr id="60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flipV="1" rot="0">
            <a:off x="9991725" y="1247775"/>
            <a:ext cx="2200275" cy="2181225"/>
          </a:xfrm>
          <a:custGeom xmlns:a="http://schemas.openxmlformats.org/drawingml/2006/main">
            <a:gdLst>
              <a:gd name="T1" fmla="*/ 0 w 21600"/>
              <a:gd name="T2" fmla="*/ -2160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0"/>
                </a:moveTo>
                <a:cubicBezTo>
                  <a:pt x="0" y="11928"/>
                  <a:pt x="9670" y="21600"/>
                  <a:pt x="21600" y="21600"/>
                </a:cubicBez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4763" cmpd="sng" cap="flat">
            <a:noFill/>
            <a:prstDash val="solid"/>
            <a:miter/>
          </a:ln>
        </p:spPr>
      </p:sp>
      <p:sp>
        <p:nvSpPr>
          <p:cNvPr id="61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flipV="1" rot="0">
            <a:off x="-20086" y="5331513"/>
            <a:ext cx="2148416" cy="1526484"/>
          </a:xfrm>
          <a:custGeom xmlns:a="http://schemas.openxmlformats.org/drawingml/2006/main">
            <a:gdLst>
              <a:gd name="T1" fmla="*/ 0 w 21600"/>
              <a:gd name="T2" fmla="*/ -2160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0" y="21600"/>
                </a:moveTo>
                <a:cubicBezTo>
                  <a:pt x="9486" y="21600"/>
                  <a:pt x="17625" y="13481"/>
                  <a:pt x="21102" y="1913"/>
                </a:cubicBez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D592">
              <a:alpha val="50000"/>
            </a:srgbClr>
          </a:solidFill>
          <a:ln xmlns:a="http://schemas.openxmlformats.org/drawingml/2006/main" w="5083" cmpd="sng" cap="flat">
            <a:noFill/>
            <a:prstDash val="solid"/>
            <a:miter/>
          </a:ln>
        </p:spPr>
      </p:sp>
      <p:sp>
        <p:nvSpPr>
          <p:cNvPr id="62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540428" y="6470488"/>
            <a:ext cx="775021" cy="387511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0800" y="0"/>
                </a:moveTo>
                <a:cubicBezTo>
                  <a:pt x="16764" y="0"/>
                  <a:pt x="21600" y="9670"/>
                  <a:pt x="21600" y="21597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21597"/>
                </a:lnTo>
                <a:cubicBezTo>
                  <a:pt x="0" y="9670"/>
                  <a:pt x="4833" y="0"/>
                  <a:pt x="10800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3801" cmpd="sng" cap="flat">
            <a:noFill/>
            <a:prstDash val="solid"/>
            <a:miter/>
          </a:ln>
        </p:spPr>
      </p:sp>
      <p:sp>
        <p:nvSpPr>
          <p:cNvPr id="63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914400" y="1057274"/>
            <a:ext cx="7843837" cy="101278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</a:pPr>
            <a:r>
              <a:rPr lang="en-US" altLang="zh-CN" sz="3600" b="1"/>
              <a:t>Click to edit Master title style</a:t>
            </a:r>
            <a:endParaRPr lang="zh-CN" altLang="en-US" sz="3600" b="1"/>
          </a:p>
        </p:txBody>
      </p:sp>
      <p:sp>
        <p:nvSpPr>
          <p:cNvPr id="64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914400" y="2331791"/>
            <a:ext cx="6903076" cy="372181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/>
              <a:t>Click to add text</a:t>
            </a:r>
            <a:endParaRPr lang="en-US" altLang="zh-CN" sz="2400"/>
          </a:p>
          <a:p xmlns:a="http://schemas.openxmlformats.org/drawingml/2006/main">
            <a:pPr lvl="1" marL="347472" indent="-347472">
              <a:lnSpc>
                <a:spcPct val="100000"/>
              </a:lnSpc>
              <a:spcBef>
                <a:spcPts val="0"/>
              </a:spcBef>
            </a:pPr>
            <a:r>
              <a:rPr lang="en-US" altLang="zh-CN" sz="2400"/>
              <a:t>Second level</a:t>
            </a:r>
            <a:endParaRPr lang="en-US" altLang="zh-CN" sz="2400"/>
          </a:p>
          <a:p xmlns:a="http://schemas.openxmlformats.org/drawingml/2006/main">
            <a:pPr lvl="2" marL="685800" indent="-347472">
              <a:lnSpc>
                <a:spcPct val="100000"/>
              </a:lnSpc>
              <a:spcBef>
                <a:spcPts val="0"/>
              </a:spcBef>
            </a:pPr>
            <a:r>
              <a:rPr lang="en-US" altLang="zh-CN" sz="2400"/>
              <a:t>Third level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707602074"/>
      </p:ext>
    </p:extLst>
  </p:cSld>
  <p:clrMapOvr>
    <a:masterClrMapping xmlns:a="http://schemas.openxmlformats.org/drawingml/2006/main"/>
  </p:clrMapOvr>
</p:sldLayout>
</file>

<file path=ppt/slideLayouts/slideLayout17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0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4364809" y="1057274"/>
            <a:ext cx="7043616" cy="252021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</a:pPr>
            <a:r>
              <a:rPr lang="en-US" altLang="zh-CN" sz="3600"/>
              <a:t>Click to add title</a:t>
            </a:r>
            <a:endParaRPr lang="zh-CN" altLang="en-US" sz="3600"/>
          </a:p>
        </p:txBody>
      </p:sp>
      <p:sp>
        <p:nvSpPr>
          <p:cNvPr id="71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-5568" y="-2784"/>
            <a:ext cx="3443288" cy="6891337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598"/>
                </a:lnTo>
                <a:lnTo>
                  <a:pt x="21600" y="21598"/>
                </a:lnTo>
                <a:lnTo>
                  <a:pt x="21600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4756" cmpd="sng" cap="flat">
            <a:noFill/>
            <a:prstDash val="solid"/>
            <a:miter/>
          </a:ln>
        </p:spPr>
      </p:sp>
      <p:sp>
        <p:nvSpPr>
          <p:cNvPr id="72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721620" y="-2784"/>
            <a:ext cx="1716113" cy="1720852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174" y="0"/>
                </a:moveTo>
                <a:lnTo>
                  <a:pt x="1386" y="0"/>
                </a:lnTo>
                <a:cubicBezTo>
                  <a:pt x="1386" y="11144"/>
                  <a:pt x="10454" y="20209"/>
                  <a:pt x="21597" y="20209"/>
                </a:cubicBezTo>
                <a:lnTo>
                  <a:pt x="21597" y="20423"/>
                </a:lnTo>
                <a:lnTo>
                  <a:pt x="21600" y="20424"/>
                </a:lnTo>
                <a:cubicBezTo>
                  <a:pt x="10335" y="20424"/>
                  <a:pt x="1174" y="11262"/>
                  <a:pt x="1174" y="0"/>
                </a:cubicBezTo>
              </a:path>
              <a:path w="21600" h="21600">
                <a:moveTo>
                  <a:pt x="0" y="0"/>
                </a:moveTo>
                <a:lnTo>
                  <a:pt x="211" y="0"/>
                </a:lnTo>
                <a:cubicBezTo>
                  <a:pt x="211" y="11792"/>
                  <a:pt x="9807" y="21386"/>
                  <a:pt x="21598" y="21386"/>
                </a:cubicBezTo>
                <a:lnTo>
                  <a:pt x="21598" y="21599"/>
                </a:lnTo>
                <a:cubicBezTo>
                  <a:pt x="9689" y="21599"/>
                  <a:pt x="0" y="11910"/>
                  <a:pt x="0" y="0"/>
                </a:cubicBezTo>
              </a:path>
              <a:path w="21600" h="21600">
                <a:moveTo>
                  <a:pt x="2350" y="0"/>
                </a:moveTo>
                <a:lnTo>
                  <a:pt x="2562" y="0"/>
                </a:lnTo>
                <a:cubicBezTo>
                  <a:pt x="2562" y="10496"/>
                  <a:pt x="11104" y="19033"/>
                  <a:pt x="21598" y="19033"/>
                </a:cubicBezTo>
                <a:lnTo>
                  <a:pt x="21598" y="19248"/>
                </a:lnTo>
                <a:cubicBezTo>
                  <a:pt x="10985" y="19248"/>
                  <a:pt x="2350" y="10614"/>
                  <a:pt x="2350" y="0"/>
                </a:cubicBezTo>
              </a:path>
              <a:path w="21600" h="21600">
                <a:moveTo>
                  <a:pt x="3524" y="0"/>
                </a:moveTo>
                <a:lnTo>
                  <a:pt x="3740" y="0"/>
                </a:lnTo>
                <a:cubicBezTo>
                  <a:pt x="3740" y="9847"/>
                  <a:pt x="11750" y="17859"/>
                  <a:pt x="21598" y="17859"/>
                </a:cubicBezTo>
                <a:lnTo>
                  <a:pt x="21598" y="18073"/>
                </a:lnTo>
                <a:cubicBezTo>
                  <a:pt x="11632" y="18073"/>
                  <a:pt x="3524" y="9966"/>
                  <a:pt x="3524" y="0"/>
                </a:cubicBezTo>
              </a:path>
              <a:path w="21600" h="21600">
                <a:moveTo>
                  <a:pt x="4700" y="0"/>
                </a:moveTo>
                <a:lnTo>
                  <a:pt x="4914" y="0"/>
                </a:lnTo>
                <a:cubicBezTo>
                  <a:pt x="4914" y="9199"/>
                  <a:pt x="12398" y="16682"/>
                  <a:pt x="21597" y="16682"/>
                </a:cubicBezTo>
                <a:lnTo>
                  <a:pt x="21597" y="16897"/>
                </a:lnTo>
                <a:lnTo>
                  <a:pt x="21598" y="16898"/>
                </a:lnTo>
                <a:cubicBezTo>
                  <a:pt x="12279" y="16898"/>
                  <a:pt x="4700" y="9318"/>
                  <a:pt x="4700" y="0"/>
                </a:cubicBezTo>
              </a:path>
              <a:path w="21600" h="21600">
                <a:moveTo>
                  <a:pt x="5875" y="0"/>
                </a:moveTo>
                <a:lnTo>
                  <a:pt x="6091" y="0"/>
                </a:lnTo>
                <a:cubicBezTo>
                  <a:pt x="6091" y="8551"/>
                  <a:pt x="13047" y="15507"/>
                  <a:pt x="21598" y="15507"/>
                </a:cubicBezTo>
                <a:lnTo>
                  <a:pt x="21598" y="15722"/>
                </a:lnTo>
                <a:cubicBezTo>
                  <a:pt x="12930" y="15722"/>
                  <a:pt x="5875" y="8669"/>
                  <a:pt x="5875" y="0"/>
                </a:cubicBezTo>
              </a:path>
              <a:path w="21600" h="21600">
                <a:moveTo>
                  <a:pt x="7050" y="0"/>
                </a:moveTo>
                <a:lnTo>
                  <a:pt x="7266" y="0"/>
                </a:lnTo>
                <a:cubicBezTo>
                  <a:pt x="7266" y="7903"/>
                  <a:pt x="13695" y="14333"/>
                  <a:pt x="21598" y="14333"/>
                </a:cubicBezTo>
                <a:lnTo>
                  <a:pt x="21598" y="14547"/>
                </a:lnTo>
                <a:cubicBezTo>
                  <a:pt x="13578" y="14547"/>
                  <a:pt x="7050" y="8021"/>
                  <a:pt x="7050" y="0"/>
                </a:cubicBezTo>
              </a:path>
              <a:path w="21600" h="21600">
                <a:moveTo>
                  <a:pt x="8226" y="0"/>
                </a:moveTo>
                <a:lnTo>
                  <a:pt x="8440" y="0"/>
                </a:lnTo>
                <a:cubicBezTo>
                  <a:pt x="8440" y="7255"/>
                  <a:pt x="14342" y="13157"/>
                  <a:pt x="21597" y="13157"/>
                </a:cubicBezTo>
                <a:lnTo>
                  <a:pt x="21597" y="13371"/>
                </a:lnTo>
                <a:lnTo>
                  <a:pt x="21598" y="13372"/>
                </a:lnTo>
                <a:cubicBezTo>
                  <a:pt x="14225" y="13372"/>
                  <a:pt x="8226" y="7374"/>
                  <a:pt x="8226" y="0"/>
                </a:cubicBezTo>
              </a:path>
              <a:path w="21600" h="21600">
                <a:moveTo>
                  <a:pt x="9402" y="0"/>
                </a:moveTo>
                <a:lnTo>
                  <a:pt x="9616" y="0"/>
                </a:lnTo>
                <a:cubicBezTo>
                  <a:pt x="9616" y="6607"/>
                  <a:pt x="14992" y="11982"/>
                  <a:pt x="21600" y="11982"/>
                </a:cubicBezTo>
                <a:lnTo>
                  <a:pt x="21600" y="12196"/>
                </a:lnTo>
                <a:cubicBezTo>
                  <a:pt x="14873" y="12196"/>
                  <a:pt x="9402" y="6725"/>
                  <a:pt x="9402" y="0"/>
                </a:cubicBezTo>
              </a:path>
              <a:path w="21600" h="21600">
                <a:moveTo>
                  <a:pt x="10578" y="0"/>
                </a:moveTo>
                <a:lnTo>
                  <a:pt x="10792" y="0"/>
                </a:lnTo>
                <a:cubicBezTo>
                  <a:pt x="10792" y="5959"/>
                  <a:pt x="15639" y="10807"/>
                  <a:pt x="21598" y="10807"/>
                </a:cubicBezTo>
                <a:lnTo>
                  <a:pt x="21598" y="11021"/>
                </a:lnTo>
                <a:cubicBezTo>
                  <a:pt x="15521" y="11021"/>
                  <a:pt x="10578" y="6077"/>
                  <a:pt x="10578" y="0"/>
                </a:cubicBezTo>
              </a:path>
              <a:path w="21600" h="21600">
                <a:moveTo>
                  <a:pt x="11752" y="0"/>
                </a:moveTo>
                <a:lnTo>
                  <a:pt x="11967" y="0"/>
                </a:lnTo>
                <a:cubicBezTo>
                  <a:pt x="11967" y="5311"/>
                  <a:pt x="16287" y="9631"/>
                  <a:pt x="21598" y="9631"/>
                </a:cubicBezTo>
                <a:lnTo>
                  <a:pt x="21598" y="9845"/>
                </a:lnTo>
                <a:lnTo>
                  <a:pt x="21598" y="9846"/>
                </a:lnTo>
                <a:cubicBezTo>
                  <a:pt x="16170" y="9846"/>
                  <a:pt x="11752" y="5429"/>
                  <a:pt x="11752" y="0"/>
                </a:cubicBezTo>
              </a:path>
              <a:path w="21600" h="21600">
                <a:moveTo>
                  <a:pt x="12928" y="0"/>
                </a:moveTo>
                <a:lnTo>
                  <a:pt x="13143" y="0"/>
                </a:lnTo>
                <a:cubicBezTo>
                  <a:pt x="13143" y="4663"/>
                  <a:pt x="16936" y="8456"/>
                  <a:pt x="21598" y="8456"/>
                </a:cubicBezTo>
                <a:lnTo>
                  <a:pt x="21598" y="8670"/>
                </a:lnTo>
                <a:cubicBezTo>
                  <a:pt x="16817" y="8670"/>
                  <a:pt x="12928" y="4780"/>
                  <a:pt x="12928" y="0"/>
                </a:cubicBezTo>
              </a:path>
              <a:path w="21600" h="21600">
                <a:moveTo>
                  <a:pt x="14104" y="0"/>
                </a:moveTo>
                <a:lnTo>
                  <a:pt x="14317" y="0"/>
                </a:lnTo>
                <a:cubicBezTo>
                  <a:pt x="14317" y="4014"/>
                  <a:pt x="17584" y="7281"/>
                  <a:pt x="21600" y="7281"/>
                </a:cubicBezTo>
                <a:lnTo>
                  <a:pt x="21600" y="7495"/>
                </a:lnTo>
                <a:cubicBezTo>
                  <a:pt x="17465" y="7495"/>
                  <a:pt x="14104" y="4133"/>
                  <a:pt x="14104" y="0"/>
                </a:cubicBezTo>
              </a:path>
              <a:path w="21600" h="21600">
                <a:moveTo>
                  <a:pt x="15277" y="0"/>
                </a:moveTo>
                <a:lnTo>
                  <a:pt x="15493" y="0"/>
                </a:lnTo>
                <a:cubicBezTo>
                  <a:pt x="15493" y="3365"/>
                  <a:pt x="18232" y="6105"/>
                  <a:pt x="21598" y="6105"/>
                </a:cubicBezTo>
                <a:lnTo>
                  <a:pt x="21598" y="6319"/>
                </a:lnTo>
                <a:lnTo>
                  <a:pt x="21598" y="6320"/>
                </a:lnTo>
                <a:cubicBezTo>
                  <a:pt x="18113" y="6320"/>
                  <a:pt x="15277" y="3485"/>
                  <a:pt x="15277" y="0"/>
                </a:cubicBezTo>
              </a:path>
              <a:path w="21600" h="21600">
                <a:moveTo>
                  <a:pt x="16454" y="0"/>
                </a:moveTo>
                <a:lnTo>
                  <a:pt x="16669" y="0"/>
                </a:lnTo>
                <a:cubicBezTo>
                  <a:pt x="16669" y="2718"/>
                  <a:pt x="18881" y="4930"/>
                  <a:pt x="21600" y="4930"/>
                </a:cubicBezTo>
                <a:lnTo>
                  <a:pt x="21600" y="5144"/>
                </a:lnTo>
                <a:cubicBezTo>
                  <a:pt x="18762" y="5144"/>
                  <a:pt x="16454" y="2836"/>
                  <a:pt x="16454" y="0"/>
                </a:cubicBezTo>
              </a:path>
              <a:path w="21600" h="21600">
                <a:moveTo>
                  <a:pt x="17629" y="0"/>
                </a:moveTo>
                <a:lnTo>
                  <a:pt x="17843" y="0"/>
                </a:lnTo>
                <a:cubicBezTo>
                  <a:pt x="17843" y="2070"/>
                  <a:pt x="19528" y="3755"/>
                  <a:pt x="21598" y="3755"/>
                </a:cubicBezTo>
                <a:lnTo>
                  <a:pt x="21598" y="3969"/>
                </a:lnTo>
                <a:cubicBezTo>
                  <a:pt x="19411" y="3969"/>
                  <a:pt x="17629" y="2188"/>
                  <a:pt x="17629" y="0"/>
                </a:cubicBezTo>
              </a:path>
              <a:path w="21600" h="21600">
                <a:moveTo>
                  <a:pt x="18805" y="0"/>
                </a:moveTo>
                <a:lnTo>
                  <a:pt x="19019" y="0"/>
                </a:lnTo>
                <a:cubicBezTo>
                  <a:pt x="19019" y="1422"/>
                  <a:pt x="20176" y="2580"/>
                  <a:pt x="21598" y="2580"/>
                </a:cubicBezTo>
                <a:lnTo>
                  <a:pt x="21598" y="2793"/>
                </a:lnTo>
                <a:cubicBezTo>
                  <a:pt x="20059" y="2793"/>
                  <a:pt x="18805" y="1541"/>
                  <a:pt x="18805" y="0"/>
                </a:cubicBezTo>
                <a:close/>
              </a:path>
            </a:pathLst>
          </a:custGeom>
          <a:solidFill xmlns:a="http://schemas.openxmlformats.org/drawingml/2006/main">
            <a:srgbClr val="FDFAF6">
              <a:alpha val="99000"/>
            </a:srgbClr>
          </a:solidFill>
          <a:ln xmlns:a="http://schemas.openxmlformats.org/drawingml/2006/main" w="4723" cmpd="sng" cap="flat">
            <a:noFill/>
            <a:prstDash val="solid"/>
            <a:miter/>
          </a:ln>
        </p:spPr>
      </p:sp>
      <p:sp>
        <p:nvSpPr>
          <p:cNvPr id="73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-5568" y="3440504"/>
            <a:ext cx="3443288" cy="344805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0800" y="21600"/>
                </a:moveTo>
                <a:cubicBezTo>
                  <a:pt x="16763" y="21600"/>
                  <a:pt x="21600" y="16764"/>
                  <a:pt x="21600" y="10800"/>
                </a:cubicBezTo>
                <a:cubicBezTo>
                  <a:pt x="21600" y="4835"/>
                  <a:pt x="16763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4756" cmpd="sng" cap="flat">
            <a:noFill/>
            <a:prstDash val="solid"/>
            <a:miter/>
          </a:ln>
        </p:spPr>
      </p:sp>
      <p:sp>
        <p:nvSpPr>
          <p:cNvPr id="74" name="文本框"/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 rot="0">
            <a:off x="10438475" y="457199"/>
            <a:ext cx="987551" cy="47148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&lt;#&gt;</a:t>
            </a:fld>
            <a:endParaRPr lang="zh-CN" altLang="en-US" sz="160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75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4364808" y="3808749"/>
            <a:ext cx="7043617" cy="223323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/>
              <a:t>Click to add text</a:t>
            </a:r>
            <a:endParaRPr lang="en-US" altLang="zh-CN" sz="2400"/>
          </a:p>
          <a:p xmlns:a="http://schemas.openxmlformats.org/drawingml/2006/main">
            <a:pPr lvl="1" marL="347472" indent="-347472">
              <a:lnSpc>
                <a:spcPct val="100000"/>
              </a:lnSpc>
              <a:spcBef>
                <a:spcPts val="0"/>
              </a:spcBef>
            </a:pPr>
            <a:r>
              <a:rPr lang="en-US" altLang="zh-CN" sz="2400"/>
              <a:t>Second level</a:t>
            </a:r>
            <a:endParaRPr lang="en-US" altLang="zh-CN" sz="2400"/>
          </a:p>
          <a:p xmlns:a="http://schemas.openxmlformats.org/drawingml/2006/main">
            <a:pPr lvl="2" marL="685800" indent="-347472">
              <a:lnSpc>
                <a:spcPct val="100000"/>
              </a:lnSpc>
              <a:spcBef>
                <a:spcPts val="0"/>
              </a:spcBef>
            </a:pPr>
            <a:r>
              <a:rPr lang="en-US" altLang="zh-CN" sz="2400"/>
              <a:t>Third level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131442505"/>
      </p:ext>
    </p:extLst>
  </p:cSld>
  <p:clrMapOvr>
    <a:masterClrMapping xmlns:a="http://schemas.openxmlformats.org/drawingml/2006/main"/>
  </p:clrMapOvr>
</p:sldLayout>
</file>

<file path=ppt/slideLayouts/slideLayout18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accent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84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8948738" cy="685800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14320" y="0"/>
                </a:lnTo>
                <a:lnTo>
                  <a:pt x="14596" y="44"/>
                </a:lnTo>
                <a:cubicBezTo>
                  <a:pt x="18562" y="841"/>
                  <a:pt x="21600" y="5335"/>
                  <a:pt x="21600" y="10759"/>
                </a:cubicBezTo>
                <a:cubicBezTo>
                  <a:pt x="21600" y="16559"/>
                  <a:pt x="18128" y="21295"/>
                  <a:pt x="13763" y="21583"/>
                </a:cubicBezTo>
                <a:lnTo>
                  <a:pt x="13338" y="21600"/>
                </a:ln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4760" cmpd="sng" cap="flat">
            <a:noFill/>
            <a:prstDash val="solid"/>
            <a:miter/>
          </a:ln>
        </p:spPr>
      </p:sp>
      <p:sp>
        <p:nvSpPr>
          <p:cNvPr id="85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7527501" y="0"/>
            <a:ext cx="4671275" cy="6857999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5856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15856" y="21599"/>
                </a:lnTo>
                <a:cubicBezTo>
                  <a:pt x="7098" y="21599"/>
                  <a:pt x="0" y="16764"/>
                  <a:pt x="0" y="10799"/>
                </a:cubicBezTo>
                <a:cubicBezTo>
                  <a:pt x="0" y="4835"/>
                  <a:pt x="7098" y="0"/>
                  <a:pt x="15856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4777" cmpd="sng" cap="flat">
            <a:noFill/>
            <a:prstDash val="solid"/>
            <a:miter/>
          </a:ln>
        </p:spPr>
      </p:sp>
      <p:sp>
        <p:nvSpPr>
          <p:cNvPr id="86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914401" y="849781"/>
            <a:ext cx="5715000" cy="272770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</a:pPr>
            <a:r>
              <a:rPr lang="en-US" altLang="zh-CN" sz="3600"/>
              <a:t>Click to add title</a:t>
            </a:r>
            <a:endParaRPr lang="zh-CN" altLang="en-US" sz="3600"/>
          </a:p>
        </p:txBody>
      </p:sp>
      <p:sp>
        <p:nvSpPr>
          <p:cNvPr id="87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914401" y="3813606"/>
            <a:ext cx="5715000" cy="223464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576"/>
              </a:spcBef>
              <a:buNone/>
            </a:pPr>
            <a:r>
              <a:rPr lang="en-US" altLang="zh-CN" sz="2400"/>
              <a:t>Click to add subtitle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40700511"/>
      </p:ext>
    </p:extLst>
  </p:cSld>
  <p:clrMapOvr>
    <a:masterClrMapping xmlns:a="http://schemas.openxmlformats.org/drawingml/2006/main"/>
  </p:clrMapOvr>
</p:sldLayout>
</file>

<file path=ppt/slideLayouts/slideLayout19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90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" y="0"/>
            <a:ext cx="1550562" cy="2545382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9515" y="0"/>
                </a:moveTo>
                <a:lnTo>
                  <a:pt x="21600" y="0"/>
                </a:lnTo>
                <a:lnTo>
                  <a:pt x="21600" y="61"/>
                </a:lnTo>
                <a:cubicBezTo>
                  <a:pt x="21600" y="8677"/>
                  <a:pt x="14215" y="16238"/>
                  <a:pt x="3090" y="20524"/>
                </a:cubicBezTo>
                <a:lnTo>
                  <a:pt x="0" y="21600"/>
                </a:lnTo>
                <a:lnTo>
                  <a:pt x="0" y="12733"/>
                </a:lnTo>
                <a:lnTo>
                  <a:pt x="1428" y="11926"/>
                </a:lnTo>
                <a:cubicBezTo>
                  <a:pt x="5803" y="9243"/>
                  <a:pt x="8715" y="5667"/>
                  <a:pt x="9375" y="1698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cmpd="sng" cap="flat">
            <a:noFill/>
            <a:prstDash val="solid"/>
            <a:round/>
          </a:ln>
        </p:spPr>
      </p:sp>
      <p:sp>
        <p:nvSpPr>
          <p:cNvPr id="91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" y="-1"/>
            <a:ext cx="682740" cy="150005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278" y="2885"/>
                </a:lnTo>
                <a:cubicBezTo>
                  <a:pt x="19780" y="9618"/>
                  <a:pt x="13169" y="15682"/>
                  <a:pt x="3236" y="20235"/>
                </a:cubicBezTo>
                <a:lnTo>
                  <a:pt x="0" y="216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cmpd="sng" cap="flat">
            <a:noFill/>
            <a:prstDash val="solid"/>
            <a:round/>
          </a:ln>
        </p:spPr>
      </p:sp>
      <p:sp>
        <p:nvSpPr>
          <p:cNvPr id="92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70445" y="314191"/>
            <a:ext cx="775021" cy="775021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0800" y="21600"/>
                </a:moveTo>
                <a:cubicBezTo>
                  <a:pt x="16764" y="21600"/>
                  <a:pt x="21600" y="16764"/>
                  <a:pt x="21600" y="10800"/>
                </a:cubicBezTo>
                <a:cubicBezTo>
                  <a:pt x="21600" y="4833"/>
                  <a:pt x="16764" y="0"/>
                  <a:pt x="10800" y="0"/>
                </a:cubicBezTo>
                <a:cubicBezTo>
                  <a:pt x="4834" y="0"/>
                  <a:pt x="0" y="4833"/>
                  <a:pt x="0" y="10800"/>
                </a:cubicBezTo>
                <a:cubicBezTo>
                  <a:pt x="0" y="16764"/>
                  <a:pt x="4834" y="21600"/>
                  <a:pt x="10800" y="2160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3801" cmpd="sng" cap="flat">
            <a:noFill/>
            <a:prstDash val="solid"/>
            <a:miter/>
          </a:ln>
        </p:spPr>
      </p:sp>
      <p:sp>
        <p:nvSpPr>
          <p:cNvPr id="93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1550563" y="1089213"/>
            <a:ext cx="9879438" cy="98084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</a:pPr>
            <a:r>
              <a:rPr lang="en-US" altLang="zh-CN" sz="3600">
                <a:solidFill>
                  <a:schemeClr val="accent6"/>
                </a:solidFill>
              </a:rPr>
              <a:t>Click to add title</a:t>
            </a:r>
            <a:endParaRPr lang="zh-CN" altLang="en-US" sz="3600">
              <a:solidFill>
                <a:schemeClr val="accent6"/>
              </a:solidFill>
            </a:endParaRPr>
          </a:p>
        </p:txBody>
      </p:sp>
      <p:sp>
        <p:nvSpPr>
          <p:cNvPr id="94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1550564" y="2331958"/>
            <a:ext cx="2975217" cy="370426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/>
              <a:t>Click to add subtitle</a:t>
            </a:r>
            <a:endParaRPr lang="zh-CN" altLang="en-US" sz="1800"/>
          </a:p>
        </p:txBody>
      </p:sp>
      <p:sp>
        <p:nvSpPr>
          <p:cNvPr id="95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5087154" y="2331791"/>
            <a:ext cx="6345892" cy="372181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 sz="1800"/>
              <a:t>Click to add text</a:t>
            </a:r>
            <a:endParaRPr lang="en-US" altLang="zh-CN" sz="1800"/>
          </a:p>
          <a:p xmlns:a="http://schemas.openxmlformats.org/drawingml/2006/main">
            <a:pPr lvl="1"/>
            <a:r>
              <a:rPr lang="en-US" altLang="zh-CN" sz="1800"/>
              <a:t>Second level</a:t>
            </a:r>
            <a:endParaRPr lang="en-US" altLang="zh-CN" sz="1800"/>
          </a:p>
          <a:p xmlns:a="http://schemas.openxmlformats.org/drawingml/2006/main">
            <a:pPr lvl="2"/>
            <a:r>
              <a:rPr lang="en-US" altLang="zh-CN" sz="1800"/>
              <a:t>Third level</a:t>
            </a:r>
            <a:endParaRPr lang="en-US" altLang="zh-CN" sz="1800"/>
          </a:p>
          <a:p xmlns:a="http://schemas.openxmlformats.org/drawingml/2006/main">
            <a:pPr lvl="3"/>
            <a:r>
              <a:rPr lang="en-US" altLang="zh-CN" sz="1800"/>
              <a:t>Fourth level</a:t>
            </a:r>
            <a:endParaRPr lang="en-US" altLang="zh-CN" sz="1800"/>
          </a:p>
          <a:p xmlns:a="http://schemas.openxmlformats.org/drawingml/2006/main">
            <a:pPr lvl="4"/>
            <a:r>
              <a:rPr lang="en-US" altLang="zh-CN" sz="1800"/>
              <a:t>Fifth level</a:t>
            </a:r>
            <a:endParaRPr lang="zh-CN" altLang="en-US" sz="1800"/>
          </a:p>
        </p:txBody>
      </p:sp>
      <p:sp>
        <p:nvSpPr>
          <p:cNvPr id="96" name="文本框"/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 rot="0">
            <a:off x="10358437" y="457199"/>
            <a:ext cx="1067589" cy="47148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&lt;#&gt;</a:t>
            </a:fld>
            <a:endParaRPr lang="zh-CN" altLang="en-US" sz="160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589572"/>
      </p:ext>
    </p:extLst>
  </p:cSld>
  <p:clrMapOvr>
    <a:masterClrMapping xmlns:a="http://schemas.openxmlformats.org/drawingml/2006/main"/>
  </p:clrMapOvr>
</p:sldLayout>
</file>

<file path=ppt/slideLayouts/slideLayout20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19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-24064" y="0"/>
            <a:ext cx="12216062" cy="3467100"/>
          </a:xfrm>
          <a:prstGeom xmlns:a="http://schemas.openxmlformats.org/drawingml/2006/main" prst="rect"/>
          <a:solidFill xmlns:a="http://schemas.openxmlformats.org/drawingml/2006/main">
            <a:schemeClr val="accent3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120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43346" y="420493"/>
            <a:ext cx="11305308" cy="6026727"/>
          </a:xfrm>
          <a:prstGeom xmlns:a="http://schemas.openxmlformats.org/drawingml/2006/main" prst="rect"/>
          <a:solidFill xmlns:a="http://schemas.openxmlformats.org/drawingml/2006/main">
            <a:schemeClr val="bg1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121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914400" y="1057274"/>
            <a:ext cx="10511628" cy="101278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0" rIns="91440" bIns="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</a:pPr>
            <a:r>
              <a:rPr lang="en-US" altLang="zh-CN" sz="3600">
                <a:solidFill>
                  <a:schemeClr val="accent6"/>
                </a:solidFill>
              </a:rPr>
              <a:t>Click to add title</a:t>
            </a:r>
            <a:endParaRPr lang="zh-CN" altLang="en-US" sz="3600">
              <a:solidFill>
                <a:schemeClr val="accent6"/>
              </a:solidFill>
            </a:endParaRPr>
          </a:p>
        </p:txBody>
      </p:sp>
      <p:sp>
        <p:nvSpPr>
          <p:cNvPr id="122" name="文本框"/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 rot="0">
            <a:off x="914400" y="2316067"/>
            <a:ext cx="10511628" cy="394855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91440" rIns="91440" bIns="9144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1000"/>
              </a:spcBef>
            </a:pPr>
            <a:r>
              <a:rPr lang="en-US" altLang="zh-CN" sz="1800"/>
              <a:t>Click to add text</a:t>
            </a:r>
            <a:endParaRPr lang="en-US" altLang="zh-CN" sz="1800"/>
          </a:p>
          <a:p xmlns:a="http://schemas.openxmlformats.org/drawingml/2006/main">
            <a:pPr lvl="1">
              <a:spcBef>
                <a:spcPts val="1000"/>
              </a:spcBef>
            </a:pPr>
            <a:r>
              <a:rPr lang="en-US" altLang="zh-CN" sz="1800"/>
              <a:t>Second level</a:t>
            </a:r>
            <a:endParaRPr lang="en-US" altLang="zh-CN" sz="1800"/>
          </a:p>
          <a:p xmlns:a="http://schemas.openxmlformats.org/drawingml/2006/main">
            <a:pPr lvl="2">
              <a:spcBef>
                <a:spcPts val="1000"/>
              </a:spcBef>
            </a:pPr>
            <a:r>
              <a:rPr lang="en-US" altLang="zh-CN" sz="1800"/>
              <a:t>Third level</a:t>
            </a:r>
            <a:endParaRPr lang="en-US" altLang="zh-CN" sz="1800"/>
          </a:p>
          <a:p xmlns:a="http://schemas.openxmlformats.org/drawingml/2006/main">
            <a:pPr lvl="3">
              <a:spcBef>
                <a:spcPts val="1000"/>
              </a:spcBef>
            </a:pPr>
            <a:r>
              <a:rPr lang="en-US" altLang="zh-CN" sz="1800"/>
              <a:t>Fourth level</a:t>
            </a:r>
            <a:endParaRPr lang="en-US" altLang="zh-CN" sz="1800"/>
          </a:p>
          <a:p xmlns:a="http://schemas.openxmlformats.org/drawingml/2006/main">
            <a:pPr lvl="4">
              <a:spcBef>
                <a:spcPts val="1000"/>
              </a:spcBef>
            </a:pPr>
            <a:r>
              <a:rPr lang="en-US" altLang="zh-CN" sz="1800"/>
              <a:t>Fifth level</a:t>
            </a:r>
            <a:endParaRPr lang="zh-CN" altLang="en-US" sz="1800"/>
          </a:p>
        </p:txBody>
      </p:sp>
      <p:sp>
        <p:nvSpPr>
          <p:cNvPr id="123" name="文本框"/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 rot="0">
            <a:off x="10358437" y="457199"/>
            <a:ext cx="1067589" cy="47148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&lt;#&gt;</a:t>
            </a:fld>
            <a:endParaRPr lang="zh-CN" altLang="en-US" sz="160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42311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4"/>
          </p:nvPr>
        </p:nvSpPr>
        <p:spPr>
          <a:xfrm rot="0">
            <a:off x="10438475" y="457199"/>
            <a:ext cx="987551" cy="2445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Arial" pitchFamily="34" charset="0"/>
              </a:rPr>
              <a:t>&lt;#&gt;</a:t>
            </a:fld>
            <a:endParaRPr lang="zh-CN" altLang="en-US" sz="120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title"/>
          </p:nvPr>
        </p:nvSpPr>
        <p:spPr>
          <a:xfrm rot="0">
            <a:off x="758952" y="731520"/>
            <a:ext cx="10671049" cy="13620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idx="1"/>
          </p:nvPr>
        </p:nvSpPr>
        <p:spPr>
          <a:xfrm rot="0">
            <a:off x="758952" y="2103120"/>
            <a:ext cx="10671049" cy="435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1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sldNum="0" hdr="0" ftr="0" dt="0"/>
  <p:txStyles>
    <p:titleStyle>
      <a:lvl1pPr algn="ctr" defTabSz="914400" eaLnBrk="1" fontAlgn="auto" latinLnBrk="0" hangingPunct="1">
        <a:lnSpc>
          <a:spcPts val="4875"/>
        </a:lnSpc>
        <a:spcBef>
          <a:spcPts val="0"/>
        </a:spcBef>
        <a:buNone/>
        <a:defRPr sz="3800" b="1" kern="1200" cap="all" baseline="0">
          <a:solidFill>
            <a:schemeClr val="accent6"/>
          </a:solidFill>
          <a:latin typeface="Arial Black" pitchFamily="0" charset="0"/>
          <a:ea typeface="宋体" pitchFamily="0" charset="0"/>
          <a:cs typeface="Arial Black" pitchFamily="0" charset="0"/>
        </a:defRPr>
      </a:lvl1pPr>
    </p:titleStyle>
    <p:bodyStyle>
      <a:lvl1pPr marL="347472" indent="-347472" algn="l" defTabSz="914400" eaLnBrk="1" fontAlgn="auto" latinLnBrk="0" hangingPunct="1">
        <a:lnSpc>
          <a:spcPct val="100000"/>
        </a:lnSpc>
        <a:spcBef>
          <a:spcPts val="360"/>
        </a:spcBef>
        <a:buFont typeface="Arial" pitchFamily="34" charset="0"/>
        <a:buChar char="•"/>
        <a:defRPr sz="2800" kern="1200">
          <a:solidFill>
            <a:schemeClr val="accent6"/>
          </a:solidFill>
          <a:latin typeface="Sabon Next LT" pitchFamily="0" charset="0"/>
          <a:ea typeface="宋体" pitchFamily="0" charset="0"/>
          <a:cs typeface="Sabon Next LT" pitchFamily="0" charset="0"/>
        </a:defRPr>
      </a:lvl1pPr>
      <a:lvl2pPr marL="685800" indent="-347472" algn="l" defTabSz="914400" eaLnBrk="1" fontAlgn="auto" latinLnBrk="0" hangingPunct="1">
        <a:lnSpc>
          <a:spcPct val="100000"/>
        </a:lnSpc>
        <a:spcBef>
          <a:spcPts val="360"/>
        </a:spcBef>
        <a:buFont typeface="Arial" pitchFamily="34" charset="0"/>
        <a:buChar char="•"/>
        <a:defRPr sz="2400" kern="1200">
          <a:solidFill>
            <a:schemeClr val="accent6"/>
          </a:solidFill>
          <a:latin typeface="Sabon Next LT" pitchFamily="0" charset="0"/>
          <a:ea typeface="宋体" pitchFamily="0" charset="0"/>
          <a:cs typeface="Sabon Next LT" pitchFamily="0" charset="0"/>
        </a:defRPr>
      </a:lvl2pPr>
      <a:lvl3pPr marL="1143000" indent="-347472" algn="l" defTabSz="914400" eaLnBrk="1" fontAlgn="auto" latinLnBrk="0" hangingPunct="1">
        <a:lnSpc>
          <a:spcPct val="100000"/>
        </a:lnSpc>
        <a:spcBef>
          <a:spcPts val="360"/>
        </a:spcBef>
        <a:buFont typeface="Arial" pitchFamily="34" charset="0"/>
        <a:buChar char="•"/>
        <a:defRPr sz="2000" kern="1200">
          <a:solidFill>
            <a:schemeClr val="accent6"/>
          </a:solidFill>
          <a:latin typeface="Sabon Next LT" pitchFamily="0" charset="0"/>
          <a:ea typeface="宋体" pitchFamily="0" charset="0"/>
          <a:cs typeface="Sabon Next LT" pitchFamily="0" charset="0"/>
        </a:defRPr>
      </a:lvl3pPr>
      <a:lvl4pPr marL="1600200" indent="-347472" algn="l" defTabSz="914400" eaLnBrk="1" fontAlgn="auto" latinLnBrk="0" hangingPunct="1">
        <a:lnSpc>
          <a:spcPct val="100000"/>
        </a:lnSpc>
        <a:spcBef>
          <a:spcPts val="360"/>
        </a:spcBef>
        <a:buFont typeface="Arial" pitchFamily="34" charset="0"/>
        <a:buChar char="•"/>
        <a:defRPr sz="1800" kern="1200">
          <a:solidFill>
            <a:schemeClr val="accent6"/>
          </a:solidFill>
          <a:latin typeface="Sabon Next LT" pitchFamily="0" charset="0"/>
          <a:ea typeface="宋体" pitchFamily="0" charset="0"/>
          <a:cs typeface="Sabon Next LT" pitchFamily="0" charset="0"/>
        </a:defRPr>
      </a:lvl4pPr>
      <a:lvl5pPr marL="2057400" indent="-347472" algn="l" defTabSz="914400" eaLnBrk="1" fontAlgn="auto" latinLnBrk="0" hangingPunct="1">
        <a:lnSpc>
          <a:spcPct val="100000"/>
        </a:lnSpc>
        <a:spcBef>
          <a:spcPts val="360"/>
        </a:spcBef>
        <a:buFont typeface="Arial" pitchFamily="34" charset="0"/>
        <a:buChar char="•"/>
        <a:defRPr sz="1800" kern="1200">
          <a:solidFill>
            <a:schemeClr val="accent6"/>
          </a:solidFill>
          <a:latin typeface="Sabon Next LT" pitchFamily="0" charset="0"/>
          <a:ea typeface="宋体" pitchFamily="0" charset="0"/>
          <a:cs typeface="Sabon Next LT" pitchFamily="0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Sabon Next LT" pitchFamily="0" charset="0"/>
          <a:ea typeface="宋体" pitchFamily="0" charset="0"/>
          <a:cs typeface="Sabon Next LT" pitchFamily="0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Sabon Next LT" pitchFamily="0" charset="0"/>
          <a:ea typeface="宋体" pitchFamily="0" charset="0"/>
          <a:cs typeface="Sabon Next LT" pitchFamily="0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Sabon Next LT" pitchFamily="0" charset="0"/>
          <a:ea typeface="宋体" pitchFamily="0" charset="0"/>
          <a:cs typeface="Sabon Next LT" pitchFamily="0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Sabon Next LT" pitchFamily="0" charset="0"/>
          <a:ea typeface="宋体" pitchFamily="0" charset="0"/>
          <a:cs typeface="Sabon Next LT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ctrTitle"/>
          </p:nvPr>
        </p:nvSpPr>
        <p:spPr>
          <a:xfrm rot="0">
            <a:off x="2708060" y="2074604"/>
            <a:ext cx="6392422" cy="22515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1600" b="0" i="0" u="none" strike="noStrike" kern="1200" cap="all" spc="0" baseline="0">
                <a:solidFill>
                  <a:srgbClr val="EAA242"/>
                </a:solidFill>
                <a:latin typeface="Arial Black" pitchFamily="0" charset="0"/>
                <a:ea typeface="宋体" pitchFamily="0" charset="0"/>
                <a:cs typeface="Lucida Sans" pitchFamily="0" charset="0"/>
              </a:rPr>
            </a:br>
            <a:br>
              <a:rPr lang="zh-CN" altLang="en-US" sz="1600" b="0" i="0" u="none" strike="noStrike" kern="1200" cap="all" spc="0" baseline="0">
                <a:solidFill>
                  <a:srgbClr val="EAA242"/>
                </a:solidFill>
                <a:latin typeface="Arial Black" pitchFamily="0" charset="0"/>
                <a:ea typeface="宋体" pitchFamily="0" charset="0"/>
                <a:cs typeface="Lucida Sans" pitchFamily="0" charset="0"/>
              </a:rPr>
            </a:br>
            <a:r>
              <a:rPr lang="en-US" altLang="zh-CN" sz="1600" b="0" i="0" u="none" strike="noStrike" kern="1200" cap="all" spc="0" baseline="0">
                <a:solidFill>
                  <a:srgbClr val="EAA242"/>
                </a:solidFill>
                <a:latin typeface="Arial Black" pitchFamily="0" charset="0"/>
                <a:ea typeface="宋体" pitchFamily="0" charset="0"/>
                <a:cs typeface="Lucida Sans" pitchFamily="0" charset="0"/>
              </a:rPr>
              <a:t> </a:t>
            </a:r>
            <a:br>
              <a:rPr lang="zh-CN" altLang="en-US" sz="1600" b="0" i="0" u="none" strike="noStrike" kern="1200" cap="all" spc="0" baseline="0">
                <a:solidFill>
                  <a:srgbClr val="EAA242"/>
                </a:solidFill>
                <a:latin typeface="Arial Black" pitchFamily="0" charset="0"/>
                <a:ea typeface="宋体" pitchFamily="0" charset="0"/>
                <a:cs typeface="Lucida Sans" pitchFamily="0" charset="0"/>
              </a:rPr>
            </a:br>
            <a:endParaRPr lang="zh-CN" altLang="en-US" sz="1600" b="1" i="0" u="none" strike="noStrike" kern="1200" cap="all" spc="0" baseline="0">
              <a:solidFill>
                <a:srgbClr val="EAA242"/>
              </a:solidFill>
              <a:latin typeface="Arial Black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1794385" y="5476574"/>
            <a:ext cx="4109884" cy="1158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bg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Under The Supervision Of:</a:t>
            </a:r>
            <a:endParaRPr lang="en-US" altLang="zh-CN" sz="1800" b="0" i="0" u="none" strike="noStrike" kern="1200" cap="none" spc="0" baseline="0">
              <a:solidFill>
                <a:schemeClr val="bg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bg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Miss Roshni </a:t>
            </a:r>
            <a:r>
              <a:rPr lang="en-US" altLang="zh-CN" sz="1800" b="0" i="0" u="none" strike="noStrike" kern="1200" cap="none" spc="0" baseline="0">
                <a:solidFill>
                  <a:schemeClr val="bg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Patoa</a:t>
            </a:r>
            <a:endParaRPr lang="en-US" altLang="zh-CN" sz="1800" b="0" i="0" u="none" strike="noStrike" kern="1200" cap="none" spc="0" baseline="0">
              <a:solidFill>
                <a:schemeClr val="bg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bg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Department Of CEA</a:t>
            </a:r>
            <a:endParaRPr lang="en-US" altLang="zh-CN" sz="1800" b="0" i="0" u="none" strike="noStrike" kern="1200" cap="none" spc="0" baseline="0">
              <a:solidFill>
                <a:schemeClr val="bg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bg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GLA University, Mathura</a:t>
            </a:r>
            <a:endParaRPr lang="zh-CN" altLang="en-US" sz="1800" b="0" i="0" u="none" strike="noStrike" kern="1200" cap="none" spc="0" baseline="0">
              <a:solidFill>
                <a:schemeClr val="bg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 rot="0">
            <a:off x="7728154" y="5476573"/>
            <a:ext cx="2959510" cy="1158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bg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Presented By :</a:t>
            </a:r>
            <a:endParaRPr lang="en-US" altLang="zh-CN" sz="1800" b="0" i="0" u="none" strike="noStrike" kern="1200" cap="none" spc="0" baseline="0">
              <a:solidFill>
                <a:schemeClr val="bg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bg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Anjali Singh (07)</a:t>
            </a:r>
            <a:endParaRPr lang="en-US" altLang="zh-CN" sz="1800" b="0" i="0" u="none" strike="noStrike" kern="1200" cap="none" spc="0" baseline="0">
              <a:solidFill>
                <a:schemeClr val="bg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bg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Ansh </a:t>
            </a:r>
            <a:r>
              <a:rPr lang="en-US" altLang="zh-CN" sz="1800" b="0" i="0" u="none" strike="noStrike" kern="1200" cap="none" spc="0" baseline="0">
                <a:solidFill>
                  <a:schemeClr val="bg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Bhadoria</a:t>
            </a:r>
            <a:r>
              <a:rPr lang="en-US" altLang="zh-CN" sz="1800" b="0" i="0" u="none" strike="noStrike" kern="1200" cap="none" spc="0" baseline="0">
                <a:solidFill>
                  <a:schemeClr val="bg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 (08)</a:t>
            </a:r>
            <a:endParaRPr lang="en-US" altLang="zh-CN" sz="1800" b="0" i="0" u="none" strike="noStrike" kern="1200" cap="none" spc="0" baseline="0">
              <a:solidFill>
                <a:schemeClr val="bg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bg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Anshika Verma (09)</a:t>
            </a:r>
            <a:endParaRPr lang="zh-CN" altLang="en-US" sz="1800" b="0" i="0" u="none" strike="noStrike" kern="1200" cap="none" spc="0" baseline="0">
              <a:solidFill>
                <a:schemeClr val="bg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pic>
        <p:nvPicPr>
          <p:cNvPr id="16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021393" y="181097"/>
            <a:ext cx="3950110" cy="395011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160747800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"/>
          <p:cNvSpPr>
            <a:spLocks noGrp="1"/>
          </p:cNvSpPr>
          <p:nvPr>
            <p:ph type="title"/>
          </p:nvPr>
        </p:nvSpPr>
        <p:spPr>
          <a:xfrm rot="0">
            <a:off x="914400" y="1057274"/>
            <a:ext cx="6583680" cy="153135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Lucida Sans" pitchFamily="0" charset="0"/>
              </a:rPr>
              <a:t>CONTENT</a:t>
            </a:r>
            <a:endParaRPr lang="zh-CN" altLang="en-US" sz="3600" b="1" i="0" u="none" strike="noStrike" kern="1200" cap="all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30" name="文本框"/>
          <p:cNvSpPr>
            <a:spLocks noGrp="1"/>
          </p:cNvSpPr>
          <p:nvPr>
            <p:ph type="body" idx="1"/>
          </p:nvPr>
        </p:nvSpPr>
        <p:spPr>
          <a:xfrm rot="0">
            <a:off x="914400" y="2834639"/>
            <a:ext cx="6583680" cy="37726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INTRODUCTION</a:t>
            </a:r>
            <a:endParaRPr lang="en-US" altLang="zh-CN" sz="20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PURPOSE OF WEBSITE</a:t>
            </a:r>
            <a:endParaRPr lang="en-US" altLang="zh-CN" sz="20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WHY CHOOSEN??</a:t>
            </a:r>
            <a:endParaRPr lang="en-US" altLang="zh-CN" sz="20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TOOLS AND TECHNOLOGIES</a:t>
            </a:r>
            <a:endParaRPr lang="en-US" altLang="zh-CN" sz="20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FLOWCHARTS</a:t>
            </a:r>
            <a:endParaRPr lang="en-US" altLang="zh-CN" sz="20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lvl="1" marL="690372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User flow</a:t>
            </a:r>
            <a:endParaRPr lang="en-US" altLang="zh-CN" sz="16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lvl="1" marL="690372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Admin flow</a:t>
            </a:r>
            <a:endParaRPr lang="en-US" altLang="zh-CN" sz="16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lvl="1" marL="690372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Authority  flow</a:t>
            </a:r>
            <a:endParaRPr lang="zh-CN" altLang="en-US" sz="16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sldNum" idx="10"/>
          </p:nvPr>
        </p:nvSpPr>
        <p:spPr>
          <a:xfrm rot="0">
            <a:off x="10358437" y="457199"/>
            <a:ext cx="1067589" cy="4714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2</a:t>
            </a:fld>
            <a:endParaRPr lang="zh-CN" altLang="en-US" sz="1600" b="0" i="0" u="none" strike="noStrike" kern="1200" cap="none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150684"/>
      </p:ext>
    </p:extLst>
  </p:cSld>
  <p:clrMapOvr>
    <a:masterClrMapping/>
  </p:clrMapOvr>
  <p:transition spd="slow">
    <p:cover/>
  </p:transition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"/>
          <p:cNvPicPr>
            <a:picLocks noChangeAspect="1"/>
          </p:cNvPicPr>
          <p:nvPr/>
        </p:nvPicPr>
        <p:blipFill>
          <a:blip r:embed="rId1" cstate="print"/>
          <a:srcRect t="12384" b="19313"/>
          <a:stretch>
            <a:fillRect/>
          </a:stretch>
        </p:blipFill>
        <p:spPr>
          <a:xfrm rot="0">
            <a:off x="443345" y="1221558"/>
            <a:ext cx="4344695" cy="4748981"/>
          </a:xfrm>
          <a:prstGeom prst="rect"/>
          <a:noFill/>
          <a:ln w="12700" cmpd="sng" cap="flat">
            <a:noFill/>
            <a:prstDash val="solid"/>
            <a:round/>
          </a:ln>
          <a:effectLst>
            <a:softEdge rad="112500"/>
          </a:effectLst>
        </p:spPr>
      </p:pic>
      <p:sp>
        <p:nvSpPr>
          <p:cNvPr id="42" name="文本框"/>
          <p:cNvSpPr>
            <a:spLocks noGrp="1"/>
          </p:cNvSpPr>
          <p:nvPr>
            <p:ph type="title"/>
          </p:nvPr>
        </p:nvSpPr>
        <p:spPr>
          <a:xfrm rot="0">
            <a:off x="5299588" y="1433038"/>
            <a:ext cx="5034116" cy="399669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  <a:spAutoFit/>
          </a:bodyPr>
          <a:lstStyle/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Snapshot </a:t>
            </a:r>
            <a:r>
              <a:rPr lang="en-US" altLang="zh-CN" sz="20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is a civic governance platform that enables citizens to report verified local issues using live, </a:t>
            </a: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location-based photos. </a:t>
            </a:r>
            <a:br>
              <a:rPr lang="zh-CN" altLang="en-US" sz="20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</a:br>
            <a:r>
              <a:rPr lang="en-US" altLang="zh-CN" sz="20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These issues are displayed on a district-wise public feed and are reviewed by </a:t>
            </a: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magistrates and authorities.</a:t>
            </a:r>
            <a:br>
              <a:rPr lang="zh-CN" altLang="en-US" sz="20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</a:br>
            <a:r>
              <a:rPr lang="en-US" altLang="zh-CN" sz="20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Problems remain unresolved until an after-resolution photo is uploaded, ensuring </a:t>
            </a: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transparency and accountability</a:t>
            </a:r>
            <a:r>
              <a:rPr lang="en-US" altLang="zh-CN" sz="20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. </a:t>
            </a:r>
            <a:br>
              <a:rPr lang="zh-CN" altLang="en-US" sz="20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</a:br>
            <a:r>
              <a:rPr lang="en-US" altLang="zh-CN" sz="20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A </a:t>
            </a: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performance-based star system </a:t>
            </a:r>
            <a:r>
              <a:rPr lang="en-US" altLang="zh-CN" sz="20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motivates timely action, making Snap Solve a solution-focused and trustworthy system for local governance.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786581" y="422786"/>
            <a:ext cx="4344695" cy="634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INTRODUCTION</a:t>
            </a:r>
            <a:endParaRPr lang="zh-CN" altLang="en-US" sz="36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43546"/>
      </p:ext>
    </p:extLst>
  </p:cSld>
  <p:clrMapOvr>
    <a:masterClrMapping/>
  </p:clrMapOvr>
  <p:transition spd="slow">
    <p:cover/>
  </p:transition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"/>
          <p:cNvSpPr>
            <a:spLocks noGrp="1"/>
          </p:cNvSpPr>
          <p:nvPr>
            <p:ph type="title"/>
          </p:nvPr>
        </p:nvSpPr>
        <p:spPr>
          <a:xfrm rot="0">
            <a:off x="3460565" y="1057274"/>
            <a:ext cx="7965461" cy="9941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PURPOSE OF THE WEBSITE</a:t>
            </a:r>
            <a:endParaRPr lang="zh-CN" altLang="en-US" sz="3600" b="1" i="0" u="none" strike="noStrike" kern="1200" cap="all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55" name="文本框"/>
          <p:cNvSpPr>
            <a:spLocks noGrp="1"/>
          </p:cNvSpPr>
          <p:nvPr>
            <p:ph type="sldNum" idx="10"/>
          </p:nvPr>
        </p:nvSpPr>
        <p:spPr>
          <a:xfrm rot="0">
            <a:off x="10358437" y="457199"/>
            <a:ext cx="1067589" cy="4714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4</a:t>
            </a:fld>
            <a:endParaRPr lang="zh-CN" altLang="en-US" sz="1600" b="0" i="0" u="none" strike="noStrike" kern="1200" cap="none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56" name="文本框"/>
          <p:cNvSpPr>
            <a:spLocks noGrp="1"/>
          </p:cNvSpPr>
          <p:nvPr>
            <p:ph type="body" idx="2"/>
          </p:nvPr>
        </p:nvSpPr>
        <p:spPr>
          <a:xfrm rot="0">
            <a:off x="3460751" y="3072923"/>
            <a:ext cx="6233856" cy="195833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  <a:spAutoFit/>
          </a:bodyPr>
          <a:lstStyle/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To enable citizens to report </a:t>
            </a:r>
            <a:r>
              <a:rPr lang="en-US" altLang="zh-CN" sz="1800" b="1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verified local civic issues</a:t>
            </a:r>
            <a:r>
              <a:rPr lang="en-US" altLang="zh-CN" sz="18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using live photos</a:t>
            </a:r>
            <a:endParaRPr lang="en-US" altLang="zh-CN" sz="1800" b="0" i="0" u="none" strike="noStrike" kern="1200" cap="none" spc="0" baseline="0">
              <a:solidFill>
                <a:schemeClr val="accent6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To connect citizens </a:t>
            </a:r>
            <a:r>
              <a:rPr lang="en-US" altLang="zh-CN" sz="1800" b="1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directly with magistrates and authorities</a:t>
            </a:r>
            <a:endParaRPr lang="en-US" altLang="zh-CN" sz="1800" b="0" i="0" u="none" strike="noStrike" kern="1200" cap="none" spc="0" baseline="0">
              <a:solidFill>
                <a:schemeClr val="accent6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To ensure </a:t>
            </a:r>
            <a:r>
              <a:rPr lang="en-US" altLang="zh-CN" sz="1800" b="1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transparent tracking</a:t>
            </a:r>
            <a:r>
              <a:rPr lang="en-US" altLang="zh-CN" sz="18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through before-and-after proof</a:t>
            </a:r>
            <a:endParaRPr lang="en-US" altLang="zh-CN" sz="1800" b="0" i="0" u="none" strike="noStrike" kern="1200" cap="none" spc="0" baseline="0">
              <a:solidFill>
                <a:schemeClr val="accent6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To prevent </a:t>
            </a:r>
            <a:r>
              <a:rPr lang="en-US" altLang="zh-CN" sz="1800" b="1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fake or duplicate complaints</a:t>
            </a:r>
            <a:r>
              <a:rPr lang="en-US" altLang="zh-CN" sz="18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using verification</a:t>
            </a:r>
            <a:endParaRPr lang="en-US" altLang="zh-CN" sz="1800" b="0" i="0" u="none" strike="noStrike" kern="1200" cap="none" spc="0" baseline="0">
              <a:solidFill>
                <a:schemeClr val="accent6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To improve </a:t>
            </a:r>
            <a:r>
              <a:rPr lang="en-US" altLang="zh-CN" sz="1800" b="1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accountability and efficiency</a:t>
            </a:r>
            <a:r>
              <a:rPr lang="en-US" altLang="zh-CN" sz="1800" b="0" i="0" u="none" strike="noStrike" kern="1200" cap="none" spc="0" baseline="0">
                <a:solidFill>
                  <a:schemeClr val="accent6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in local governance</a:t>
            </a:r>
            <a:endParaRPr lang="zh-CN" altLang="en-US" sz="1800" b="0" i="0" u="none" strike="noStrike" kern="1200" cap="none" spc="0" baseline="0">
              <a:solidFill>
                <a:schemeClr val="accent6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79180"/>
      </p:ext>
    </p:extLst>
  </p:cSld>
  <p:clrMapOvr>
    <a:masterClrMapping/>
  </p:clrMapOvr>
  <p:transition spd="med">
    <p:pull/>
  </p:transition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"/>
          <p:cNvSpPr>
            <a:spLocks noGrp="1"/>
          </p:cNvSpPr>
          <p:nvPr>
            <p:ph type="title"/>
          </p:nvPr>
        </p:nvSpPr>
        <p:spPr>
          <a:xfrm rot="0">
            <a:off x="914400" y="1057274"/>
            <a:ext cx="7843837" cy="10127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Lucida Sans" pitchFamily="0" charset="0"/>
              </a:rPr>
              <a:t>Why??</a:t>
            </a:r>
            <a:endParaRPr lang="zh-CN" altLang="en-US" sz="3600" b="1" i="0" u="none" strike="noStrike" kern="1200" cap="all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66" name="文本框"/>
          <p:cNvSpPr>
            <a:spLocks noGrp="1"/>
          </p:cNvSpPr>
          <p:nvPr>
            <p:ph type="body" idx="4294967295"/>
          </p:nvPr>
        </p:nvSpPr>
        <p:spPr>
          <a:xfrm rot="0">
            <a:off x="914400" y="2910347"/>
            <a:ext cx="10599174" cy="31432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4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Every reported problem has </a:t>
            </a:r>
            <a:r>
              <a:rPr lang="en-US" altLang="zh-CN" sz="24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visual proof</a:t>
            </a:r>
            <a:endParaRPr lang="en-US" altLang="zh-CN" sz="24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4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No issue is marked solved </a:t>
            </a:r>
            <a:r>
              <a:rPr lang="en-US" altLang="zh-CN" sz="24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without evidence</a:t>
            </a:r>
            <a:endParaRPr lang="en-US" altLang="zh-CN" sz="24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4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Citizens can </a:t>
            </a:r>
            <a:r>
              <a:rPr lang="en-US" altLang="zh-CN" sz="24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see real progress</a:t>
            </a:r>
            <a:endParaRPr lang="en-US" altLang="zh-CN" sz="24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4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Authorities are </a:t>
            </a:r>
            <a:r>
              <a:rPr lang="en-US" altLang="zh-CN" sz="24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accountable for outcomes</a:t>
            </a:r>
            <a:endParaRPr lang="en-US" altLang="zh-CN" sz="24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4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Local problems lead to </a:t>
            </a:r>
            <a:r>
              <a:rPr lang="en-US" altLang="zh-CN" sz="24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real, trackable solutions</a:t>
            </a:r>
            <a:endParaRPr lang="en-US" altLang="zh-CN" sz="24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endParaRPr lang="en-US" altLang="zh-CN" sz="24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It was created so that a citizen’s problem does not disappear into a system, but becomes </a:t>
            </a:r>
            <a:r>
              <a:rPr lang="en-US" altLang="zh-CN" sz="24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visible, verified, and impossible to ignore</a:t>
            </a:r>
            <a:r>
              <a:rPr lang="en-US" altLang="zh-CN" sz="24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. </a:t>
            </a:r>
            <a:endParaRPr lang="zh-CN" altLang="en-US" sz="24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67" name="文本框"/>
          <p:cNvSpPr>
            <a:spLocks noGrp="1"/>
          </p:cNvSpPr>
          <p:nvPr>
            <p:ph type="sldNum" idx="10"/>
          </p:nvPr>
        </p:nvSpPr>
        <p:spPr>
          <a:xfrm rot="0">
            <a:off x="10438475" y="457199"/>
            <a:ext cx="987551" cy="4714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5</a:t>
            </a:fld>
            <a:endParaRPr lang="zh-CN" altLang="en-US" sz="1600" b="0" i="0" u="none" strike="noStrike" kern="1200" cap="none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541502"/>
      </p:ext>
    </p:extLst>
  </p:cSld>
  <p:clrMapOvr>
    <a:masterClrMapping/>
  </p:clrMapOvr>
  <p:transition spd="med">
    <p:pull/>
  </p:transition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"/>
          <p:cNvSpPr>
            <a:spLocks noGrp="1"/>
          </p:cNvSpPr>
          <p:nvPr>
            <p:ph type="title"/>
          </p:nvPr>
        </p:nvSpPr>
        <p:spPr>
          <a:xfrm rot="0">
            <a:off x="3510116" y="110535"/>
            <a:ext cx="7711498" cy="11648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Lucida Sans" pitchFamily="0" charset="0"/>
              </a:rPr>
              <a:t>TOOLS AND TECHNOLOGIES </a:t>
            </a:r>
            <a:endParaRPr lang="zh-CN" altLang="en-US" sz="3600" b="1" i="0" u="none" strike="noStrike" kern="1200" cap="all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77" name="文本框"/>
          <p:cNvSpPr>
            <a:spLocks noGrp="1"/>
          </p:cNvSpPr>
          <p:nvPr>
            <p:ph type="sldNum" idx="10"/>
          </p:nvPr>
        </p:nvSpPr>
        <p:spPr>
          <a:xfrm rot="0">
            <a:off x="10438475" y="457199"/>
            <a:ext cx="987551" cy="4714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6</a:t>
            </a:fld>
            <a:endParaRPr lang="zh-CN" altLang="en-US" sz="1600" b="0" i="0" u="none" strike="noStrike" kern="1200" cap="none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78" name="文本框"/>
          <p:cNvSpPr>
            <a:spLocks noGrp="1"/>
          </p:cNvSpPr>
          <p:nvPr>
            <p:ph type="body" idx="4294967295"/>
          </p:nvPr>
        </p:nvSpPr>
        <p:spPr>
          <a:xfrm rot="0">
            <a:off x="4177995" y="1622014"/>
            <a:ext cx="7043615" cy="4645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DF8C8C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Frontend</a:t>
            </a: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  </a:t>
            </a:r>
            <a:r>
              <a:rPr lang="en-US" altLang="zh-CN" sz="2000" b="1" i="0" u="none" strike="noStrike" kern="1200" cap="none" spc="0" baseline="0">
                <a:solidFill>
                  <a:srgbClr val="DF8C8C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→</a:t>
            </a: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  React.js</a:t>
            </a:r>
            <a:endParaRPr lang="en-US" altLang="zh-CN" sz="20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DF8C8C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Backend</a:t>
            </a: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   </a:t>
            </a:r>
            <a:r>
              <a:rPr lang="en-US" altLang="zh-CN" sz="2000" b="1" i="0" u="none" strike="noStrike" kern="1200" cap="none" spc="0" baseline="0">
                <a:solidFill>
                  <a:srgbClr val="DF8C8C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→</a:t>
            </a: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  Node.js + Express.js</a:t>
            </a:r>
            <a:endParaRPr lang="en-US" altLang="zh-CN" sz="20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DF8C8C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Database </a:t>
            </a: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000" b="1" i="0" u="none" strike="noStrike" kern="1200" cap="none" spc="0" baseline="0">
                <a:solidFill>
                  <a:srgbClr val="DF8C8C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→	</a:t>
            </a: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MongoDB</a:t>
            </a:r>
            <a:endParaRPr lang="en-US" altLang="zh-CN" sz="20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DF8C8C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Development Tools</a:t>
            </a:r>
            <a:endParaRPr lang="en-US" altLang="zh-CN" sz="2000" b="1" i="0" u="none" strike="noStrike" kern="1200" cap="none" spc="0" baseline="0">
              <a:solidFill>
                <a:srgbClr val="DF8C8C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Visual Studio Code</a:t>
            </a:r>
            <a:r>
              <a:rPr lang="en-US" altLang="zh-CN" sz="20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 (Code Editor)</a:t>
            </a:r>
            <a:endParaRPr lang="en-US" altLang="zh-CN" sz="20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Google Chrome / Edge</a:t>
            </a:r>
            <a:r>
              <a:rPr lang="en-US" altLang="zh-CN" sz="20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 (for testing &amp; Dev Tools)</a:t>
            </a:r>
            <a:endParaRPr lang="en-US" altLang="zh-CN" sz="20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DF8C8C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API’s  → </a:t>
            </a: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Postman</a:t>
            </a:r>
            <a:endParaRPr lang="en-US" altLang="zh-CN" sz="2000" b="1" i="0" u="none" strike="noStrike" kern="1200" cap="none" spc="0" baseline="0">
              <a:solidFill>
                <a:srgbClr val="DF8C8C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1200" cap="none" spc="0" baseline="0">
              <a:solidFill>
                <a:srgbClr val="DF8C8C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DF8C8C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DEPLOYMENT</a:t>
            </a:r>
            <a:endParaRPr lang="en-US" altLang="zh-CN" sz="2000" b="1" i="0" u="none" strike="noStrike" kern="1200" cap="none" spc="0" baseline="0">
              <a:solidFill>
                <a:srgbClr val="DF8C8C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GITHUB</a:t>
            </a:r>
            <a:endParaRPr lang="en-US" altLang="zh-CN" sz="20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745434"/>
      </p:ext>
    </p:extLst>
  </p:cSld>
  <p:clrMapOvr>
    <a:masterClrMapping/>
  </p:clrMapOvr>
  <p:transition spd="slow">
    <p:cover/>
  </p:transition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文本框"/>
          <p:cNvSpPr>
            <a:spLocks noGrp="1"/>
          </p:cNvSpPr>
          <p:nvPr>
            <p:ph type="title"/>
          </p:nvPr>
        </p:nvSpPr>
        <p:spPr>
          <a:xfrm rot="0">
            <a:off x="3460565" y="1057274"/>
            <a:ext cx="7965461" cy="9941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rgbClr val="DF8C8C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FUTURE PROSPETS</a:t>
            </a:r>
            <a:br>
              <a:rPr lang="zh-CN" altLang="en-US" sz="3600" b="1" i="0" u="none" strike="noStrike" kern="1200" cap="all" spc="0" baseline="0">
                <a:solidFill>
                  <a:srgbClr val="DF8C8C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</a:br>
            <a:endParaRPr lang="zh-CN" altLang="en-US" sz="3600" b="1" i="0" u="none" strike="noStrike" kern="1200" cap="all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82" name="文本框"/>
          <p:cNvSpPr>
            <a:spLocks noGrp="1"/>
          </p:cNvSpPr>
          <p:nvPr>
            <p:ph type="body" idx="2"/>
          </p:nvPr>
        </p:nvSpPr>
        <p:spPr>
          <a:xfrm rot="0">
            <a:off x="3365316" y="2303029"/>
            <a:ext cx="7965460" cy="34976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1800" b="0" i="0" u="none" strike="noStrike" kern="1200" cap="none" spc="0" baseline="0">
                <a:solidFill>
                  <a:srgbClr val="202C8F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AI Image Analysis </a:t>
            </a:r>
            <a:endParaRPr lang="en-US" altLang="zh-CN" sz="1800" b="0" i="0" u="none" strike="noStrike" kern="1200" cap="none" spc="0" baseline="0">
              <a:solidFill>
                <a:srgbClr val="202C8F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1800" b="0" i="0" u="none" strike="noStrike" kern="1200" cap="none" spc="0" baseline="0">
                <a:solidFill>
                  <a:srgbClr val="202C8F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Push Notifications </a:t>
            </a:r>
            <a:endParaRPr lang="en-US" altLang="zh-CN" sz="1800" b="0" i="0" u="none" strike="noStrike" kern="1200" cap="none" spc="0" baseline="0">
              <a:solidFill>
                <a:srgbClr val="202C8F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1800" b="0" i="0" u="none" strike="noStrike" kern="1200" cap="none" spc="0" baseline="0">
                <a:solidFill>
                  <a:srgbClr val="202C8F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PDF Reports </a:t>
            </a:r>
            <a:endParaRPr lang="en-US" altLang="zh-CN" sz="1800" b="0" i="0" u="none" strike="noStrike" kern="1200" cap="none" spc="0" baseline="0">
              <a:solidFill>
                <a:srgbClr val="202C8F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1800" b="0" i="0" u="none" strike="noStrike" kern="1200" cap="none" spc="0" baseline="0">
                <a:solidFill>
                  <a:srgbClr val="202C8F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AI Chatbots</a:t>
            </a:r>
            <a:endParaRPr lang="en-US" altLang="zh-CN" sz="1800" b="0" i="0" u="none" strike="noStrike" kern="1200" cap="none" spc="0" baseline="0">
              <a:solidFill>
                <a:srgbClr val="202C8F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  <a:p>
            <a:pPr marL="347472" indent="-34747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18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83" name="文本框"/>
          <p:cNvSpPr>
            <a:spLocks noGrp="1"/>
          </p:cNvSpPr>
          <p:nvPr>
            <p:ph type="sldNum" idx="10"/>
          </p:nvPr>
        </p:nvSpPr>
        <p:spPr>
          <a:xfrm rot="0">
            <a:off x="10358437" y="457199"/>
            <a:ext cx="1067589" cy="4714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7</a:t>
            </a:fld>
            <a:endParaRPr lang="zh-CN" altLang="en-US" sz="1600" b="0" i="0" u="none" strike="noStrike" kern="1200" cap="none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849866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文本框"/>
          <p:cNvSpPr>
            <a:spLocks noGrp="1"/>
          </p:cNvSpPr>
          <p:nvPr>
            <p:ph type="ctrTitle"/>
          </p:nvPr>
        </p:nvSpPr>
        <p:spPr>
          <a:xfrm rot="0">
            <a:off x="914401" y="849781"/>
            <a:ext cx="5715000" cy="27277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Lucida Sans" pitchFamily="0" charset="0"/>
              </a:rPr>
              <a:t>Flow CHARTS</a:t>
            </a:r>
            <a:endParaRPr lang="zh-CN" altLang="en-US" sz="3600" b="1" i="0" u="none" strike="noStrike" kern="1200" cap="all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89" name="文本框"/>
          <p:cNvSpPr>
            <a:spLocks noGrp="1"/>
          </p:cNvSpPr>
          <p:nvPr>
            <p:ph type="subTitle" idx="1"/>
          </p:nvPr>
        </p:nvSpPr>
        <p:spPr>
          <a:xfrm rot="0">
            <a:off x="914401" y="3813606"/>
            <a:ext cx="5715000" cy="223464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Lucida Sans" pitchFamily="0" charset="0"/>
              </a:rPr>
              <a:t>1. USER FLOW</a:t>
            </a:r>
            <a:endParaRPr lang="zh-CN" altLang="en-US" sz="24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063196"/>
      </p:ext>
    </p:extLst>
  </p:cSld>
  <p:clrMapOvr>
    <a:masterClrMapping/>
  </p:clrMapOvr>
  <p:transition spd="slow">
    <p:cover/>
  </p:transition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文本框"/>
          <p:cNvSpPr>
            <a:spLocks noGrp="1"/>
          </p:cNvSpPr>
          <p:nvPr>
            <p:ph type="sldNum" idx="10"/>
          </p:nvPr>
        </p:nvSpPr>
        <p:spPr>
          <a:xfrm rot="0">
            <a:off x="10358437" y="457199"/>
            <a:ext cx="1067589" cy="4714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9</a:t>
            </a:fld>
            <a:endParaRPr lang="zh-CN" altLang="en-US" sz="1600" b="0" i="0" u="none" strike="noStrike" kern="1200" cap="none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  <p:grpSp>
        <p:nvGrpSpPr>
          <p:cNvPr id="116" name="组合"/>
          <p:cNvGrpSpPr>
            <a:grpSpLocks/>
          </p:cNvGrpSpPr>
          <p:nvPr/>
        </p:nvGrpSpPr>
        <p:grpSpPr>
          <a:xfrm>
            <a:off x="1294580" y="800869"/>
            <a:ext cx="9394024" cy="5698254"/>
            <a:chOff x="1294580" y="800869"/>
            <a:chExt cx="9394024" cy="5698254"/>
          </a:xfrm>
        </p:grpSpPr>
        <p:sp>
          <p:nvSpPr>
            <p:cNvPr id="98" name="矩形"/>
            <p:cNvSpPr>
              <a:spLocks/>
            </p:cNvSpPr>
            <p:nvPr/>
          </p:nvSpPr>
          <p:spPr>
            <a:xfrm rot="0">
              <a:off x="1294580" y="800869"/>
              <a:ext cx="9394024" cy="569825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  <p:sp>
          <p:nvSpPr>
            <p:cNvPr id="99" name="矩形"/>
            <p:cNvSpPr>
              <a:spLocks/>
            </p:cNvSpPr>
            <p:nvPr/>
          </p:nvSpPr>
          <p:spPr>
            <a:xfrm rot="5400000">
              <a:off x="845412" y="2025291"/>
              <a:ext cx="1925005" cy="230998"/>
            </a:xfrm>
            <a:prstGeom prst="rect"/>
            <a:solidFill>
              <a:srgbClr val="F9E3E3"/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00" name="矩形"/>
            <p:cNvSpPr>
              <a:spLocks/>
            </p:cNvSpPr>
            <p:nvPr/>
          </p:nvSpPr>
          <p:spPr>
            <a:xfrm rot="5400000">
              <a:off x="845412" y="3950296"/>
              <a:ext cx="1925004" cy="230999"/>
            </a:xfrm>
            <a:prstGeom prst="rect"/>
            <a:solidFill>
              <a:srgbClr val="F9E3E3"/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01" name="矩形"/>
            <p:cNvSpPr>
              <a:spLocks/>
            </p:cNvSpPr>
            <p:nvPr/>
          </p:nvSpPr>
          <p:spPr>
            <a:xfrm rot="0">
              <a:off x="1807914" y="4912799"/>
              <a:ext cx="3413675" cy="230999"/>
            </a:xfrm>
            <a:prstGeom prst="rect"/>
            <a:solidFill>
              <a:srgbClr val="F9E3E3"/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02" name="矩形"/>
            <p:cNvSpPr>
              <a:spLocks/>
            </p:cNvSpPr>
            <p:nvPr/>
          </p:nvSpPr>
          <p:spPr>
            <a:xfrm rot="-5400000">
              <a:off x="4259088" y="3950297"/>
              <a:ext cx="1925003" cy="231000"/>
            </a:xfrm>
            <a:prstGeom prst="rect"/>
            <a:solidFill>
              <a:srgbClr val="F9E3E3"/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03" name="矩形"/>
            <p:cNvSpPr>
              <a:spLocks/>
            </p:cNvSpPr>
            <p:nvPr/>
          </p:nvSpPr>
          <p:spPr>
            <a:xfrm rot="-5400000">
              <a:off x="4259088" y="2025290"/>
              <a:ext cx="1925003" cy="230998"/>
            </a:xfrm>
            <a:prstGeom prst="rect"/>
            <a:solidFill>
              <a:srgbClr val="F9E3E3"/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04" name="矩形"/>
            <p:cNvSpPr>
              <a:spLocks/>
            </p:cNvSpPr>
            <p:nvPr/>
          </p:nvSpPr>
          <p:spPr>
            <a:xfrm rot="0">
              <a:off x="5221590" y="1062789"/>
              <a:ext cx="3413675" cy="230998"/>
            </a:xfrm>
            <a:prstGeom prst="rect"/>
            <a:solidFill>
              <a:srgbClr val="F9E3E3"/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05" name="矩形"/>
            <p:cNvSpPr>
              <a:spLocks/>
            </p:cNvSpPr>
            <p:nvPr/>
          </p:nvSpPr>
          <p:spPr>
            <a:xfrm rot="5400000">
              <a:off x="7672763" y="2025290"/>
              <a:ext cx="1925003" cy="230999"/>
            </a:xfrm>
            <a:prstGeom prst="rect"/>
            <a:solidFill>
              <a:srgbClr val="F9E3E3"/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06" name="矩形"/>
            <p:cNvSpPr>
              <a:spLocks/>
            </p:cNvSpPr>
            <p:nvPr/>
          </p:nvSpPr>
          <p:spPr>
            <a:xfrm rot="5400000">
              <a:off x="7672762" y="3950296"/>
              <a:ext cx="1925004" cy="230997"/>
            </a:xfrm>
            <a:prstGeom prst="rect"/>
            <a:solidFill>
              <a:srgbClr val="F9E3E3"/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07" name="圆角矩形"/>
            <p:cNvSpPr>
              <a:spLocks/>
            </p:cNvSpPr>
            <p:nvPr/>
          </p:nvSpPr>
          <p:spPr>
            <a:xfrm rot="0">
              <a:off x="1294580" y="954988"/>
              <a:ext cx="2566672" cy="1540004"/>
            </a:xfrm>
            <a:prstGeom prst="roundRect">
              <a:avLst>
                <a:gd name="adj" fmla="val 16666"/>
              </a:avLst>
            </a:prstGeom>
            <a:solidFill>
              <a:srgbClr val="F5CDCE"/>
            </a:solidFill>
            <a:ln w="25400" cmpd="sng" cap="flat">
              <a:noFill/>
              <a:prstDash val="solid"/>
              <a:round/>
            </a:ln>
          </p:spPr>
          <p:txBody>
            <a:bodyPr vert="horz" wrap="square" lIns="91440" tIns="45720" rIns="91440" bIns="45720" anchor="ctr" anchorCtr="0">
              <a:prstTxWarp prst="textNoShape"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700" b="1" i="0" u="none" strike="noStrike" kern="1200" cap="none" spc="0" baseline="0">
                  <a:solidFill>
                    <a:schemeClr val="accent6"/>
                  </a:solidFill>
                  <a:latin typeface="Sabon Next LT" pitchFamily="0" charset="0"/>
                  <a:ea typeface="宋体" pitchFamily="0" charset="0"/>
                  <a:cs typeface="Sabon Next LT" pitchFamily="0" charset="0"/>
                </a:rPr>
                <a:t>LOGIN / REGISTRATION</a:t>
              </a:r>
              <a:endParaRPr lang="zh-CN" altLang="en-US" sz="17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endParaRPr>
            </a:p>
          </p:txBody>
        </p:sp>
        <p:sp>
          <p:nvSpPr>
            <p:cNvPr id="108" name="圆角矩形"/>
            <p:cNvSpPr>
              <a:spLocks/>
            </p:cNvSpPr>
            <p:nvPr/>
          </p:nvSpPr>
          <p:spPr>
            <a:xfrm rot="0">
              <a:off x="1294580" y="2879993"/>
              <a:ext cx="2566672" cy="1540004"/>
            </a:xfrm>
            <a:prstGeom prst="roundRect">
              <a:avLst>
                <a:gd name="adj" fmla="val 16666"/>
              </a:avLst>
            </a:prstGeom>
            <a:solidFill>
              <a:srgbClr val="F5CDCE"/>
            </a:solidFill>
            <a:ln w="25400" cmpd="sng" cap="flat">
              <a:noFill/>
              <a:prstDash val="solid"/>
              <a:round/>
            </a:ln>
          </p:spPr>
          <p:txBody>
            <a:bodyPr vert="horz" wrap="square" lIns="91440" tIns="45720" rIns="91440" bIns="45720" anchor="ctr" anchorCtr="0">
              <a:prstTxWarp prst="textNoShape"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700" b="1" i="0" u="none" strike="noStrike" kern="1200" cap="none" spc="0" baseline="0">
                  <a:solidFill>
                    <a:schemeClr val="accent6"/>
                  </a:solidFill>
                  <a:latin typeface="Sabon Next LT" pitchFamily="0" charset="0"/>
                  <a:ea typeface="宋体" pitchFamily="0" charset="0"/>
                  <a:cs typeface="Sabon Next LT" pitchFamily="0" charset="0"/>
                </a:rPr>
                <a:t>DISTRICT SELECTION</a:t>
              </a:r>
              <a:endParaRPr lang="zh-CN" altLang="en-US" sz="17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endParaRPr>
            </a:p>
          </p:txBody>
        </p:sp>
        <p:sp>
          <p:nvSpPr>
            <p:cNvPr id="109" name="圆角矩形"/>
            <p:cNvSpPr>
              <a:spLocks/>
            </p:cNvSpPr>
            <p:nvPr/>
          </p:nvSpPr>
          <p:spPr>
            <a:xfrm rot="0">
              <a:off x="1294580" y="4804998"/>
              <a:ext cx="2566672" cy="1540004"/>
            </a:xfrm>
            <a:prstGeom prst="roundRect">
              <a:avLst>
                <a:gd name="adj" fmla="val 16666"/>
              </a:avLst>
            </a:prstGeom>
            <a:solidFill>
              <a:srgbClr val="F5CDCE"/>
            </a:solidFill>
            <a:ln w="25400" cmpd="sng" cap="flat">
              <a:noFill/>
              <a:prstDash val="solid"/>
              <a:round/>
            </a:ln>
          </p:spPr>
          <p:txBody>
            <a:bodyPr vert="horz" wrap="square" lIns="91440" tIns="45720" rIns="91440" bIns="45720" anchor="ctr" anchorCtr="0">
              <a:prstTxWarp prst="textNoShape"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700" b="1" i="0" u="none" strike="noStrike" kern="1200" cap="none" spc="0" baseline="0">
                  <a:solidFill>
                    <a:schemeClr val="accent6"/>
                  </a:solidFill>
                  <a:latin typeface="Sabon Next LT" pitchFamily="0" charset="0"/>
                  <a:ea typeface="宋体" pitchFamily="0" charset="0"/>
                  <a:cs typeface="Sabon Next LT" pitchFamily="0" charset="0"/>
                </a:rPr>
                <a:t>REPORT AN ISSUE</a:t>
              </a:r>
              <a:endParaRPr lang="zh-CN" altLang="en-US" sz="17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endParaRPr>
            </a:p>
          </p:txBody>
        </p:sp>
        <p:sp>
          <p:nvSpPr>
            <p:cNvPr id="110" name="圆角矩形"/>
            <p:cNvSpPr>
              <a:spLocks/>
            </p:cNvSpPr>
            <p:nvPr/>
          </p:nvSpPr>
          <p:spPr>
            <a:xfrm rot="0">
              <a:off x="4708256" y="4804999"/>
              <a:ext cx="2566672" cy="1540003"/>
            </a:xfrm>
            <a:prstGeom prst="roundRect">
              <a:avLst>
                <a:gd name="adj" fmla="val 16666"/>
              </a:avLst>
            </a:prstGeom>
            <a:solidFill>
              <a:srgbClr val="F5CDCE"/>
            </a:solidFill>
            <a:ln w="25400" cmpd="sng" cap="flat">
              <a:noFill/>
              <a:prstDash val="solid"/>
              <a:round/>
            </a:ln>
          </p:spPr>
          <p:txBody>
            <a:bodyPr vert="horz" wrap="square" lIns="91440" tIns="45720" rIns="91440" bIns="45720" anchor="ctr" anchorCtr="0">
              <a:prstTxWarp prst="textNoShape"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700" b="1" i="0" u="none" strike="noStrike" kern="1200" cap="none" spc="0" baseline="0">
                  <a:solidFill>
                    <a:schemeClr val="accent6"/>
                  </a:solidFill>
                  <a:latin typeface="Sabon Next LT" pitchFamily="0" charset="0"/>
                  <a:ea typeface="宋体" pitchFamily="0" charset="0"/>
                  <a:cs typeface="Sabon Next LT" pitchFamily="0" charset="0"/>
                </a:rPr>
                <a:t>Uploads a problem snap.</a:t>
              </a:r>
              <a:r>
                <a:rPr lang="en-US" altLang="zh-CN" sz="1700" b="1" i="0" u="none" strike="noStrike" kern="1200" cap="none" spc="0" baseline="0">
                  <a:solidFill>
                    <a:schemeClr val="accent6"/>
                  </a:solidFill>
                  <a:latin typeface="Sabon Next LT" pitchFamily="0" charset="0"/>
                  <a:ea typeface="宋体" pitchFamily="0" charset="0"/>
                  <a:cs typeface="Sabon Next LT" pitchFamily="0" charset="0"/>
                </a:rPr>
                <a:t> Adds description</a:t>
              </a:r>
              <a:endParaRPr lang="zh-CN" altLang="en-US" sz="17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endParaRPr>
            </a:p>
          </p:txBody>
        </p:sp>
        <p:sp>
          <p:nvSpPr>
            <p:cNvPr id="111" name="圆角矩形"/>
            <p:cNvSpPr>
              <a:spLocks/>
            </p:cNvSpPr>
            <p:nvPr/>
          </p:nvSpPr>
          <p:spPr>
            <a:xfrm rot="0">
              <a:off x="4708256" y="2879994"/>
              <a:ext cx="2566672" cy="1540003"/>
            </a:xfrm>
            <a:prstGeom prst="roundRect">
              <a:avLst>
                <a:gd name="adj" fmla="val 16666"/>
              </a:avLst>
            </a:prstGeom>
            <a:solidFill>
              <a:srgbClr val="F5CDCE"/>
            </a:solidFill>
            <a:ln w="25400" cmpd="sng" cap="flat">
              <a:noFill/>
              <a:prstDash val="solid"/>
              <a:round/>
            </a:ln>
          </p:spPr>
          <p:txBody>
            <a:bodyPr vert="horz" wrap="square" lIns="91440" tIns="45720" rIns="91440" bIns="45720" anchor="ctr" anchorCtr="0">
              <a:prstTxWarp prst="textNoShape"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700" b="1" i="0" u="none" strike="noStrike" kern="1200" cap="none" spc="0" baseline="0">
                  <a:solidFill>
                    <a:schemeClr val="accent6"/>
                  </a:solidFill>
                  <a:latin typeface="Sabon Next LT" pitchFamily="0" charset="0"/>
                  <a:ea typeface="宋体" pitchFamily="0" charset="0"/>
                  <a:cs typeface="Sabon Next LT" pitchFamily="0" charset="0"/>
                </a:rPr>
                <a:t>Pin exact location</a:t>
              </a:r>
              <a:endParaRPr lang="zh-CN" altLang="en-US" sz="17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endParaRPr>
            </a:p>
          </p:txBody>
        </p:sp>
        <p:sp>
          <p:nvSpPr>
            <p:cNvPr id="112" name="圆角矩形"/>
            <p:cNvSpPr>
              <a:spLocks/>
            </p:cNvSpPr>
            <p:nvPr/>
          </p:nvSpPr>
          <p:spPr>
            <a:xfrm rot="0">
              <a:off x="4708256" y="954988"/>
              <a:ext cx="2566672" cy="1540004"/>
            </a:xfrm>
            <a:prstGeom prst="roundRect">
              <a:avLst>
                <a:gd name="adj" fmla="val 16666"/>
              </a:avLst>
            </a:prstGeom>
            <a:solidFill>
              <a:srgbClr val="F5CDCE"/>
            </a:solidFill>
            <a:ln w="25400" cmpd="sng" cap="flat">
              <a:noFill/>
              <a:prstDash val="solid"/>
              <a:round/>
            </a:ln>
          </p:spPr>
          <p:txBody>
            <a:bodyPr vert="horz" wrap="square" lIns="91440" tIns="45720" rIns="91440" bIns="45720" anchor="ctr" anchorCtr="0">
              <a:prstTxWarp prst="textNoShape"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700" b="1" i="0" u="none" strike="noStrike" kern="1200" cap="none" spc="0" baseline="0">
                  <a:solidFill>
                    <a:schemeClr val="accent6"/>
                  </a:solidFill>
                  <a:latin typeface="Sabon Next LT" pitchFamily="0" charset="0"/>
                  <a:ea typeface="宋体" pitchFamily="0" charset="0"/>
                  <a:cs typeface="Sabon Next LT" pitchFamily="0" charset="0"/>
                </a:rPr>
                <a:t>The system automatically performs: Image quality check Duplicate detection</a:t>
              </a:r>
              <a:endParaRPr lang="zh-CN" altLang="en-US" sz="17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endParaRPr>
            </a:p>
          </p:txBody>
        </p:sp>
        <p:sp>
          <p:nvSpPr>
            <p:cNvPr id="113" name="圆角矩形"/>
            <p:cNvSpPr>
              <a:spLocks/>
            </p:cNvSpPr>
            <p:nvPr/>
          </p:nvSpPr>
          <p:spPr>
            <a:xfrm rot="0">
              <a:off x="8121931" y="954988"/>
              <a:ext cx="2566671" cy="1540004"/>
            </a:xfrm>
            <a:prstGeom prst="roundRect">
              <a:avLst>
                <a:gd name="adj" fmla="val 16666"/>
              </a:avLst>
            </a:prstGeom>
            <a:solidFill>
              <a:srgbClr val="F5CDCE"/>
            </a:solidFill>
            <a:ln w="25400" cmpd="sng" cap="flat">
              <a:noFill/>
              <a:prstDash val="solid"/>
              <a:round/>
            </a:ln>
          </p:spPr>
          <p:txBody>
            <a:bodyPr vert="horz" wrap="square" lIns="91440" tIns="45720" rIns="91440" bIns="45720" anchor="ctr" anchorCtr="0">
              <a:prstTxWarp prst="textNoShape"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700" b="1" i="0" u="none" strike="noStrike" kern="1200" cap="none" spc="0" baseline="0">
                  <a:solidFill>
                    <a:schemeClr val="accent6"/>
                  </a:solidFill>
                  <a:latin typeface="Sabon Next LT" pitchFamily="0" charset="0"/>
                  <a:ea typeface="宋体" pitchFamily="0" charset="0"/>
                  <a:cs typeface="Sabon Next LT" pitchFamily="0" charset="0"/>
                </a:rPr>
                <a:t>Category suggestion Issue status becomes “Pending Verification.”</a:t>
              </a:r>
              <a:endParaRPr lang="zh-CN" altLang="en-US" sz="17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endParaRPr>
            </a:p>
          </p:txBody>
        </p:sp>
        <p:sp>
          <p:nvSpPr>
            <p:cNvPr id="114" name="圆角矩形"/>
            <p:cNvSpPr>
              <a:spLocks/>
            </p:cNvSpPr>
            <p:nvPr/>
          </p:nvSpPr>
          <p:spPr>
            <a:xfrm rot="0">
              <a:off x="8121931" y="2879993"/>
              <a:ext cx="2566671" cy="1540004"/>
            </a:xfrm>
            <a:prstGeom prst="roundRect">
              <a:avLst>
                <a:gd name="adj" fmla="val 16666"/>
              </a:avLst>
            </a:prstGeom>
            <a:solidFill>
              <a:srgbClr val="F5CDCE"/>
            </a:solidFill>
            <a:ln w="25400" cmpd="sng" cap="flat">
              <a:noFill/>
              <a:prstDash val="solid"/>
              <a:round/>
            </a:ln>
          </p:spPr>
          <p:txBody>
            <a:bodyPr vert="horz" wrap="square" lIns="91440" tIns="45720" rIns="91440" bIns="45720" anchor="ctr" anchorCtr="0">
              <a:prstTxWarp prst="textNoShape"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700" b="1" i="0" u="none" strike="noStrike" kern="1200" cap="none" spc="0" baseline="0">
                  <a:solidFill>
                    <a:schemeClr val="accent6"/>
                  </a:solidFill>
                  <a:latin typeface="Sabon Next LT" pitchFamily="0" charset="0"/>
                  <a:ea typeface="宋体" pitchFamily="0" charset="0"/>
                  <a:cs typeface="Sabon Next LT" pitchFamily="0" charset="0"/>
                </a:rPr>
                <a:t>Users can monitor the status of their reports: Pending Verified Resolved Rejected </a:t>
              </a:r>
              <a:endParaRPr lang="zh-CN" altLang="en-US" sz="17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endParaRPr>
            </a:p>
          </p:txBody>
        </p:sp>
        <p:sp>
          <p:nvSpPr>
            <p:cNvPr id="115" name="圆角矩形"/>
            <p:cNvSpPr>
              <a:spLocks/>
            </p:cNvSpPr>
            <p:nvPr/>
          </p:nvSpPr>
          <p:spPr>
            <a:xfrm rot="0">
              <a:off x="8121931" y="4804998"/>
              <a:ext cx="2566671" cy="1540004"/>
            </a:xfrm>
            <a:prstGeom prst="roundRect">
              <a:avLst>
                <a:gd name="adj" fmla="val 16666"/>
              </a:avLst>
            </a:prstGeom>
            <a:solidFill>
              <a:srgbClr val="F5CDCE"/>
            </a:solidFill>
            <a:ln w="25400" cmpd="sng" cap="flat">
              <a:noFill/>
              <a:prstDash val="solid"/>
              <a:round/>
            </a:ln>
          </p:spPr>
          <p:txBody>
            <a:bodyPr vert="horz" wrap="square" lIns="91440" tIns="45720" rIns="91440" bIns="45720" anchor="ctr" anchorCtr="0">
              <a:prstTxWarp prst="textNoShape"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700" b="1" i="0" u="none" strike="noStrike" kern="1200" cap="none" spc="0" baseline="0">
                  <a:solidFill>
                    <a:schemeClr val="accent6"/>
                  </a:solidFill>
                  <a:latin typeface="Sabon Next LT" pitchFamily="0" charset="0"/>
                  <a:ea typeface="宋体" pitchFamily="0" charset="0"/>
                  <a:cs typeface="Sabon Next LT" pitchFamily="0" charset="0"/>
                </a:rPr>
                <a:t>Community Engagement Citizens can: Like issues Comment View high-priority problems</a:t>
              </a:r>
              <a:endParaRPr lang="zh-CN" altLang="en-US" sz="17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8878263"/>
      </p:ext>
    </p:extLst>
  </p:cSld>
  <p:clrMapOvr>
    <a:masterClrMapping/>
  </p:clrMapOvr>
  <p:transition spd="med">
    <p:pull/>
  </p:transition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文本框"/>
          <p:cNvSpPr>
            <a:spLocks noGrp="1"/>
          </p:cNvSpPr>
          <p:nvPr>
            <p:ph type="sldNum" idx="10"/>
          </p:nvPr>
        </p:nvSpPr>
        <p:spPr>
          <a:xfrm rot="0">
            <a:off x="10358437" y="457199"/>
            <a:ext cx="1067589" cy="4714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Arial" pitchFamily="34" charset="0"/>
              </a:rPr>
              <a:t>10</a:t>
            </a:fld>
            <a:endParaRPr lang="zh-CN" altLang="en-US" sz="1600" b="0" i="0" u="none" strike="noStrike" kern="1200" cap="none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Arial" pitchFamily="34" charset="0"/>
            </a:endParaRPr>
          </a:p>
        </p:txBody>
      </p:sp>
      <p:sp>
        <p:nvSpPr>
          <p:cNvPr id="125" name="L形"/>
          <p:cNvSpPr>
            <a:spLocks/>
          </p:cNvSpPr>
          <p:nvPr/>
        </p:nvSpPr>
        <p:spPr>
          <a:xfrm rot="5400000">
            <a:off x="948741" y="3033516"/>
            <a:ext cx="1578799" cy="2627083"/>
          </a:xfrm>
          <a:prstGeom prst="corner">
            <a:avLst>
              <a:gd name="adj1" fmla="val 16106"/>
              <a:gd name="adj2" fmla="val 16097"/>
            </a:avLst>
          </a:prstGeom>
          <a:gradFill rotWithShape="0">
            <a:gsLst>
              <a:gs pos="0">
                <a:srgbClr val="F7CFD0">
                  <a:lumMod val="98000"/>
                  <a:lumOff val="2000"/>
                  <a:alpha val="100000"/>
                </a:srgbClr>
              </a:gs>
              <a:gs pos="50000">
                <a:srgbClr val="F7CBCC">
                  <a:alpha val="100000"/>
                </a:srgbClr>
              </a:gs>
              <a:gs pos="100000">
                <a:srgbClr val="DFB4B5">
                  <a:lumMod val="99000"/>
                  <a:alpha val="100000"/>
                </a:srgbClr>
              </a:gs>
            </a:gsLst>
            <a:lin ang="5400000" scaled="1"/>
          </a:gradFill>
          <a:ln w="6350" cmpd="sng" cap="flat">
            <a:solidFill>
              <a:srgbClr val="F5CDCE"/>
            </a:solidFill>
            <a:prstDash val="solid"/>
            <a:miter/>
          </a:ln>
        </p:spPr>
      </p:sp>
      <p:sp>
        <p:nvSpPr>
          <p:cNvPr id="126" name="矩形"/>
          <p:cNvSpPr>
            <a:spLocks/>
          </p:cNvSpPr>
          <p:nvPr/>
        </p:nvSpPr>
        <p:spPr>
          <a:xfrm rot="0">
            <a:off x="685201" y="3818449"/>
            <a:ext cx="2371747" cy="2078974"/>
          </a:xfrm>
          <a:prstGeom prst="rect"/>
          <a:noFill/>
          <a:ln w="12700" cmpd="sng" cap="flat">
            <a:noFill/>
            <a:prstDash val="solid"/>
            <a:round/>
          </a:ln>
        </p:spPr>
      </p:sp>
      <p:sp>
        <p:nvSpPr>
          <p:cNvPr id="127" name="矩形"/>
          <p:cNvSpPr>
            <a:spLocks/>
          </p:cNvSpPr>
          <p:nvPr/>
        </p:nvSpPr>
        <p:spPr>
          <a:xfrm rot="0">
            <a:off x="685201" y="3818449"/>
            <a:ext cx="2371747" cy="20789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68580" tIns="68580" rIns="68580" bIns="68580" anchor="t" anchorCtr="0">
            <a:prstTxWarp prst="textNoShape"/>
          </a:bodyPr>
          <a:lstStyle/>
          <a:p>
            <a:pPr marL="0" indent="0" algn="l" defTabSz="8001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Admin Login</a:t>
            </a:r>
            <a:endParaRPr lang="zh-CN" altLang="en-US" sz="1800" b="1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28" name="等腰三角形"/>
          <p:cNvSpPr>
            <a:spLocks/>
          </p:cNvSpPr>
          <p:nvPr/>
        </p:nvSpPr>
        <p:spPr>
          <a:xfrm rot="0">
            <a:off x="2609450" y="2840107"/>
            <a:ext cx="447499" cy="447499"/>
          </a:xfrm>
          <a:prstGeom prst="triangle">
            <a:avLst>
              <a:gd name="adj" fmla="val 100000"/>
            </a:avLst>
          </a:prstGeom>
          <a:gradFill rotWithShape="0">
            <a:gsLst>
              <a:gs pos="0">
                <a:srgbClr val="F7CFD0">
                  <a:lumMod val="98000"/>
                  <a:lumOff val="2000"/>
                  <a:alpha val="100000"/>
                </a:srgbClr>
              </a:gs>
              <a:gs pos="50000">
                <a:srgbClr val="F7CBCC">
                  <a:alpha val="100000"/>
                </a:srgbClr>
              </a:gs>
              <a:gs pos="100000">
                <a:srgbClr val="DFB4B5">
                  <a:lumMod val="99000"/>
                  <a:alpha val="100000"/>
                </a:srgbClr>
              </a:gs>
            </a:gsLst>
            <a:lin ang="5400000" scaled="1"/>
          </a:gradFill>
          <a:ln w="6350" cmpd="sng" cap="flat">
            <a:solidFill>
              <a:srgbClr val="F5CDCE"/>
            </a:solidFill>
            <a:prstDash val="solid"/>
            <a:miter/>
          </a:ln>
        </p:spPr>
      </p:sp>
      <p:sp>
        <p:nvSpPr>
          <p:cNvPr id="129" name="L形"/>
          <p:cNvSpPr>
            <a:spLocks/>
          </p:cNvSpPr>
          <p:nvPr/>
        </p:nvSpPr>
        <p:spPr>
          <a:xfrm rot="5400000">
            <a:off x="3852226" y="2315047"/>
            <a:ext cx="1578799" cy="2627086"/>
          </a:xfrm>
          <a:prstGeom prst="corner">
            <a:avLst>
              <a:gd name="adj1" fmla="val 16106"/>
              <a:gd name="adj2" fmla="val 16097"/>
            </a:avLst>
          </a:prstGeom>
          <a:gradFill rotWithShape="0">
            <a:gsLst>
              <a:gs pos="0">
                <a:srgbClr val="F7CFD0">
                  <a:lumMod val="98000"/>
                  <a:lumOff val="2000"/>
                  <a:alpha val="100000"/>
                </a:srgbClr>
              </a:gs>
              <a:gs pos="50000">
                <a:srgbClr val="F7CBCC">
                  <a:alpha val="100000"/>
                </a:srgbClr>
              </a:gs>
              <a:gs pos="100000">
                <a:srgbClr val="DFB4B5">
                  <a:lumMod val="99000"/>
                  <a:alpha val="100000"/>
                </a:srgbClr>
              </a:gs>
            </a:gsLst>
            <a:lin ang="5400000" scaled="1"/>
          </a:gradFill>
          <a:ln w="6350" cmpd="sng" cap="flat">
            <a:solidFill>
              <a:srgbClr val="F5CDCE"/>
            </a:solidFill>
            <a:prstDash val="solid"/>
            <a:miter/>
          </a:ln>
        </p:spPr>
      </p:sp>
      <p:sp>
        <p:nvSpPr>
          <p:cNvPr id="130" name="矩形"/>
          <p:cNvSpPr>
            <a:spLocks/>
          </p:cNvSpPr>
          <p:nvPr/>
        </p:nvSpPr>
        <p:spPr>
          <a:xfrm rot="0">
            <a:off x="3588684" y="3099980"/>
            <a:ext cx="2371748" cy="2078975"/>
          </a:xfrm>
          <a:prstGeom prst="rect"/>
          <a:noFill/>
          <a:ln w="12700" cmpd="sng" cap="flat">
            <a:noFill/>
            <a:prstDash val="solid"/>
            <a:round/>
          </a:ln>
        </p:spPr>
      </p:sp>
      <p:sp>
        <p:nvSpPr>
          <p:cNvPr id="131" name="矩形"/>
          <p:cNvSpPr>
            <a:spLocks/>
          </p:cNvSpPr>
          <p:nvPr/>
        </p:nvSpPr>
        <p:spPr>
          <a:xfrm rot="0">
            <a:off x="3588684" y="3099980"/>
            <a:ext cx="2371748" cy="2078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68580" tIns="68580" rIns="68580" bIns="68580" anchor="t" anchorCtr="0">
            <a:prstTxWarp prst="textNoShape"/>
          </a:bodyPr>
          <a:lstStyle/>
          <a:p>
            <a:pPr marL="0" indent="0" algn="l" defTabSz="8001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Admin logs in using pre-created credentials. Role-based access opens the Admin Dashboard.</a:t>
            </a:r>
            <a:endParaRPr lang="zh-CN" altLang="en-US" sz="1800" b="1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32" name="等腰三角形"/>
          <p:cNvSpPr>
            <a:spLocks/>
          </p:cNvSpPr>
          <p:nvPr/>
        </p:nvSpPr>
        <p:spPr>
          <a:xfrm rot="0">
            <a:off x="5512934" y="2121637"/>
            <a:ext cx="447499" cy="447499"/>
          </a:xfrm>
          <a:prstGeom prst="triangle">
            <a:avLst>
              <a:gd name="adj" fmla="val 100000"/>
            </a:avLst>
          </a:prstGeom>
          <a:gradFill rotWithShape="0">
            <a:gsLst>
              <a:gs pos="0">
                <a:srgbClr val="F7CFD0">
                  <a:lumMod val="98000"/>
                  <a:lumOff val="2000"/>
                  <a:alpha val="100000"/>
                </a:srgbClr>
              </a:gs>
              <a:gs pos="50000">
                <a:srgbClr val="F7CBCC">
                  <a:alpha val="100000"/>
                </a:srgbClr>
              </a:gs>
              <a:gs pos="100000">
                <a:srgbClr val="DFB4B5">
                  <a:lumMod val="99000"/>
                  <a:alpha val="100000"/>
                </a:srgbClr>
              </a:gs>
            </a:gsLst>
            <a:lin ang="5400000" scaled="1"/>
          </a:gradFill>
          <a:ln w="6350" cmpd="sng" cap="flat">
            <a:solidFill>
              <a:srgbClr val="F5CDCE"/>
            </a:solidFill>
            <a:prstDash val="solid"/>
            <a:miter/>
          </a:ln>
        </p:spPr>
      </p:sp>
      <p:sp>
        <p:nvSpPr>
          <p:cNvPr id="133" name="L形"/>
          <p:cNvSpPr>
            <a:spLocks/>
          </p:cNvSpPr>
          <p:nvPr/>
        </p:nvSpPr>
        <p:spPr>
          <a:xfrm rot="5400000">
            <a:off x="6755709" y="1596577"/>
            <a:ext cx="1578797" cy="2627084"/>
          </a:xfrm>
          <a:prstGeom prst="corner">
            <a:avLst>
              <a:gd name="adj1" fmla="val 16106"/>
              <a:gd name="adj2" fmla="val 16097"/>
            </a:avLst>
          </a:prstGeom>
          <a:gradFill rotWithShape="0">
            <a:gsLst>
              <a:gs pos="0">
                <a:srgbClr val="F7CFD0">
                  <a:lumMod val="98000"/>
                  <a:lumOff val="2000"/>
                  <a:alpha val="100000"/>
                </a:srgbClr>
              </a:gs>
              <a:gs pos="50000">
                <a:srgbClr val="F7CBCC">
                  <a:alpha val="100000"/>
                </a:srgbClr>
              </a:gs>
              <a:gs pos="100000">
                <a:srgbClr val="DFB4B5">
                  <a:lumMod val="99000"/>
                  <a:alpha val="100000"/>
                </a:srgbClr>
              </a:gs>
            </a:gsLst>
            <a:lin ang="5400000" scaled="1"/>
          </a:gradFill>
          <a:ln w="6350" cmpd="sng" cap="flat">
            <a:solidFill>
              <a:srgbClr val="F5CDCE"/>
            </a:solidFill>
            <a:prstDash val="solid"/>
            <a:miter/>
          </a:ln>
        </p:spPr>
      </p:sp>
      <p:sp>
        <p:nvSpPr>
          <p:cNvPr id="134" name="矩形"/>
          <p:cNvSpPr>
            <a:spLocks/>
          </p:cNvSpPr>
          <p:nvPr/>
        </p:nvSpPr>
        <p:spPr>
          <a:xfrm rot="0">
            <a:off x="6492168" y="2381510"/>
            <a:ext cx="2371747" cy="2078975"/>
          </a:xfrm>
          <a:prstGeom prst="rect"/>
          <a:noFill/>
          <a:ln w="12700" cmpd="sng" cap="flat">
            <a:noFill/>
            <a:prstDash val="solid"/>
            <a:round/>
          </a:ln>
        </p:spPr>
      </p:sp>
      <p:sp>
        <p:nvSpPr>
          <p:cNvPr id="135" name="矩形"/>
          <p:cNvSpPr>
            <a:spLocks/>
          </p:cNvSpPr>
          <p:nvPr/>
        </p:nvSpPr>
        <p:spPr>
          <a:xfrm rot="0">
            <a:off x="6492168" y="2381510"/>
            <a:ext cx="2371747" cy="2078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68580" tIns="68580" rIns="68580" bIns="68580" anchor="t" anchorCtr="0">
            <a:prstTxWarp prst="textNoShape"/>
          </a:bodyPr>
          <a:lstStyle/>
          <a:p>
            <a:pPr marL="0" indent="0" algn="l" defTabSz="8001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Admin can view all :Problem image, Exact map location, Description, Public comments.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 defTabSz="8001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Image  remain unresolved.</a:t>
            </a:r>
            <a:endParaRPr lang="zh-CN" altLang="en-US" sz="1800" b="1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36" name="等腰三角形"/>
          <p:cNvSpPr>
            <a:spLocks/>
          </p:cNvSpPr>
          <p:nvPr/>
        </p:nvSpPr>
        <p:spPr>
          <a:xfrm rot="0">
            <a:off x="8416418" y="1403168"/>
            <a:ext cx="447499" cy="447499"/>
          </a:xfrm>
          <a:prstGeom prst="triangle">
            <a:avLst>
              <a:gd name="adj" fmla="val 100000"/>
            </a:avLst>
          </a:prstGeom>
          <a:gradFill rotWithShape="0">
            <a:gsLst>
              <a:gs pos="0">
                <a:srgbClr val="F7CFD0">
                  <a:lumMod val="98000"/>
                  <a:lumOff val="2000"/>
                  <a:alpha val="100000"/>
                </a:srgbClr>
              </a:gs>
              <a:gs pos="50000">
                <a:srgbClr val="F7CBCC">
                  <a:alpha val="100000"/>
                </a:srgbClr>
              </a:gs>
              <a:gs pos="100000">
                <a:srgbClr val="DFB4B5">
                  <a:lumMod val="99000"/>
                  <a:alpha val="100000"/>
                </a:srgbClr>
              </a:gs>
            </a:gsLst>
            <a:lin ang="5400000" scaled="1"/>
          </a:gradFill>
          <a:ln w="6350" cmpd="sng" cap="flat">
            <a:solidFill>
              <a:srgbClr val="F5CDCE"/>
            </a:solidFill>
            <a:prstDash val="solid"/>
            <a:miter/>
          </a:ln>
        </p:spPr>
      </p:sp>
      <p:sp>
        <p:nvSpPr>
          <p:cNvPr id="137" name="L形"/>
          <p:cNvSpPr>
            <a:spLocks/>
          </p:cNvSpPr>
          <p:nvPr/>
        </p:nvSpPr>
        <p:spPr>
          <a:xfrm rot="5400000">
            <a:off x="9659194" y="878107"/>
            <a:ext cx="1578798" cy="2627086"/>
          </a:xfrm>
          <a:prstGeom prst="corner">
            <a:avLst>
              <a:gd name="adj1" fmla="val 16106"/>
              <a:gd name="adj2" fmla="val 16097"/>
            </a:avLst>
          </a:prstGeom>
          <a:gradFill rotWithShape="0">
            <a:gsLst>
              <a:gs pos="0">
                <a:srgbClr val="F7CFD0">
                  <a:lumMod val="98000"/>
                  <a:lumOff val="2000"/>
                  <a:alpha val="100000"/>
                </a:srgbClr>
              </a:gs>
              <a:gs pos="50000">
                <a:srgbClr val="F7CBCC">
                  <a:alpha val="100000"/>
                </a:srgbClr>
              </a:gs>
              <a:gs pos="100000">
                <a:srgbClr val="DFB4B5">
                  <a:lumMod val="99000"/>
                  <a:alpha val="100000"/>
                </a:srgbClr>
              </a:gs>
            </a:gsLst>
            <a:lin ang="5400000" scaled="1"/>
          </a:gradFill>
          <a:ln w="6350" cmpd="sng" cap="flat">
            <a:solidFill>
              <a:srgbClr val="F5CDCE"/>
            </a:solidFill>
            <a:prstDash val="solid"/>
            <a:miter/>
          </a:ln>
        </p:spPr>
      </p:sp>
      <p:sp>
        <p:nvSpPr>
          <p:cNvPr id="138" name="矩形"/>
          <p:cNvSpPr>
            <a:spLocks/>
          </p:cNvSpPr>
          <p:nvPr/>
        </p:nvSpPr>
        <p:spPr>
          <a:xfrm rot="0">
            <a:off x="9395652" y="1663040"/>
            <a:ext cx="2371747" cy="2078975"/>
          </a:xfrm>
          <a:prstGeom prst="rect"/>
          <a:noFill/>
          <a:ln w="12700" cmpd="sng" cap="flat">
            <a:noFill/>
            <a:prstDash val="solid"/>
            <a:round/>
          </a:ln>
        </p:spPr>
      </p:sp>
      <p:sp>
        <p:nvSpPr>
          <p:cNvPr id="139" name="矩形"/>
          <p:cNvSpPr>
            <a:spLocks/>
          </p:cNvSpPr>
          <p:nvPr/>
        </p:nvSpPr>
        <p:spPr>
          <a:xfrm rot="0">
            <a:off x="9395652" y="1663040"/>
            <a:ext cx="2371747" cy="2078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68580" tIns="68580" rIns="68580" bIns="68580" anchor="t" anchorCtr="0">
            <a:prstTxWarp prst="textNoShape"/>
          </a:bodyPr>
          <a:lstStyle/>
          <a:p>
            <a:pPr marL="0" indent="0" algn="l" defTabSz="8001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Action	Result
Now the problem is resolved by admin and after picture would be presented .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 defTabSz="8001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And then DM’s rechecks and then approve resolved.</a:t>
            </a:r>
            <a:endParaRPr lang="zh-CN" altLang="en-US" sz="1800" b="1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40" name="矩形"/>
          <p:cNvSpPr>
            <a:spLocks/>
          </p:cNvSpPr>
          <p:nvPr/>
        </p:nvSpPr>
        <p:spPr>
          <a:xfrm rot="0">
            <a:off x="825910" y="717755"/>
            <a:ext cx="4552335" cy="10629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2. ADMIN FLOW</a:t>
            </a:r>
            <a:endParaRPr lang="en-US" altLang="zh-CN" sz="3200" b="1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200" b="0" i="0" u="none" strike="noStrike" kern="1200" cap="none" spc="0" baseline="0">
              <a:solidFill>
                <a:schemeClr val="accent6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222809"/>
      </p:ext>
    </p:extLst>
  </p:cSld>
  <p:clrMapOvr>
    <a:masterClrMapping/>
  </p:clrMapOvr>
  <p:transition spd="med">
    <p:pull/>
  </p:transition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矩形标注"/>
          <p:cNvSpPr>
            <a:spLocks/>
          </p:cNvSpPr>
          <p:nvPr/>
        </p:nvSpPr>
        <p:spPr>
          <a:xfrm rot="0">
            <a:off x="7507022" y="1058348"/>
            <a:ext cx="1947968" cy="5159027"/>
          </a:xfrm>
          <a:prstGeom prst="wedgeRectCallout">
            <a:avLst>
              <a:gd name="adj1" fmla="val 0"/>
              <a:gd name="adj2" fmla="val 0"/>
            </a:avLst>
          </a:prstGeom>
          <a:solidFill>
            <a:srgbClr val="E4E6BE"/>
          </a:solidFill>
          <a:ln w="19050" cmpd="sng" cap="flat">
            <a:solidFill>
              <a:srgbClr val="FDFAF7"/>
            </a:solidFill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142" name="矩形"/>
          <p:cNvSpPr>
            <a:spLocks/>
          </p:cNvSpPr>
          <p:nvPr/>
        </p:nvSpPr>
        <p:spPr>
          <a:xfrm rot="0">
            <a:off x="7754024" y="1058348"/>
            <a:ext cx="1700965" cy="51590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0800" tIns="50800" rIns="50800" bIns="50800" anchor="t" anchorCtr="0">
            <a:prstTxWarp prst="textNoShape"/>
          </a:bodyPr>
          <a:lstStyle/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5.  System Updates After Resolution</a:t>
            </a:r>
            <a:endParaRPr lang="en-US" altLang="zh-CN" sz="1600" b="1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On public feed people can check their problem progress.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43" name="矩形"/>
          <p:cNvSpPr>
            <a:spLocks/>
          </p:cNvSpPr>
          <p:nvPr/>
        </p:nvSpPr>
        <p:spPr>
          <a:xfrm rot="0">
            <a:off x="7496638" y="175901"/>
            <a:ext cx="1947967" cy="1203858"/>
          </a:xfrm>
          <a:prstGeom prst="rect"/>
          <a:solidFill>
            <a:srgbClr val="E4E6BE"/>
          </a:solidFill>
          <a:ln w="19050" cmpd="sng" cap="flat">
            <a:solidFill>
              <a:srgbClr val="FDFAF7"/>
            </a:solidFill>
            <a:prstDash val="solid"/>
            <a:miter/>
          </a:ln>
        </p:spPr>
      </p:sp>
      <p:sp>
        <p:nvSpPr>
          <p:cNvPr id="144" name="矩形"/>
          <p:cNvSpPr>
            <a:spLocks/>
          </p:cNvSpPr>
          <p:nvPr/>
        </p:nvSpPr>
        <p:spPr>
          <a:xfrm rot="0">
            <a:off x="7496638" y="175901"/>
            <a:ext cx="1947967" cy="12038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0800" tIns="50800" rIns="50800" bIns="50800" anchor="ctr" anchorCtr="0">
            <a:prstTxWarp prst="textNoShape"/>
          </a:bodyPr>
          <a:lstStyle/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DFAF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*</a:t>
            </a:r>
            <a:endParaRPr lang="zh-CN" altLang="en-US" sz="1600" b="0" i="0" u="none" strike="noStrike" kern="1200" cap="none" spc="0" baseline="0">
              <a:solidFill>
                <a:srgbClr val="FDFAF6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45" name="矩形标注"/>
          <p:cNvSpPr>
            <a:spLocks/>
          </p:cNvSpPr>
          <p:nvPr/>
        </p:nvSpPr>
        <p:spPr>
          <a:xfrm rot="0">
            <a:off x="5548669" y="1893397"/>
            <a:ext cx="1947968" cy="3180043"/>
          </a:xfrm>
          <a:prstGeom prst="wedgeRectCallout">
            <a:avLst>
              <a:gd name="adj1" fmla="val 62500"/>
              <a:gd name="adj2" fmla="val 20819"/>
            </a:avLst>
          </a:prstGeom>
          <a:solidFill>
            <a:srgbClr val="E4E6BE"/>
          </a:solidFill>
          <a:ln w="19050" cmpd="sng" cap="flat">
            <a:solidFill>
              <a:srgbClr val="FDFAF7"/>
            </a:solidFill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146" name="矩形"/>
          <p:cNvSpPr>
            <a:spLocks/>
          </p:cNvSpPr>
          <p:nvPr/>
        </p:nvSpPr>
        <p:spPr>
          <a:xfrm rot="0">
            <a:off x="5795670" y="1893397"/>
            <a:ext cx="1700965" cy="31800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0800" tIns="50800" rIns="50800" bIns="50800" anchor="t" anchorCtr="0">
            <a:prstTxWarp prst="textNoShape"/>
          </a:bodyPr>
          <a:lstStyle/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4.  Issue Resolution Process</a:t>
            </a:r>
            <a:br>
              <a:rPr lang="zh-CN" altLang="en-US" sz="1600" b="0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</a:b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if yes , then DM approves the image and signed as resolved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47" name="矩形"/>
          <p:cNvSpPr>
            <a:spLocks/>
          </p:cNvSpPr>
          <p:nvPr/>
        </p:nvSpPr>
        <p:spPr>
          <a:xfrm rot="0">
            <a:off x="5548669" y="341880"/>
            <a:ext cx="1947968" cy="1032057"/>
          </a:xfrm>
          <a:prstGeom prst="rect"/>
          <a:solidFill>
            <a:srgbClr val="E4E6BE"/>
          </a:solidFill>
          <a:ln w="19050" cmpd="sng" cap="flat">
            <a:solidFill>
              <a:srgbClr val="FDFAF7"/>
            </a:solidFill>
            <a:prstDash val="solid"/>
            <a:miter/>
          </a:ln>
        </p:spPr>
      </p:sp>
      <p:sp>
        <p:nvSpPr>
          <p:cNvPr id="148" name="矩形"/>
          <p:cNvSpPr>
            <a:spLocks/>
          </p:cNvSpPr>
          <p:nvPr/>
        </p:nvSpPr>
        <p:spPr>
          <a:xfrm rot="0">
            <a:off x="5548669" y="341880"/>
            <a:ext cx="1947968" cy="103205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0800" tIns="50800" rIns="50800" bIns="50800" anchor="ctr" anchorCtr="0">
            <a:prstTxWarp prst="textNoShape"/>
          </a:bodyPr>
          <a:lstStyle/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DFAF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*</a:t>
            </a:r>
            <a:endParaRPr lang="zh-CN" altLang="en-US" sz="1600" b="0" i="0" u="none" strike="noStrike" kern="1200" cap="none" spc="0" baseline="0">
              <a:solidFill>
                <a:srgbClr val="FDFAF6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49" name="矩形标注"/>
          <p:cNvSpPr>
            <a:spLocks/>
          </p:cNvSpPr>
          <p:nvPr/>
        </p:nvSpPr>
        <p:spPr>
          <a:xfrm rot="0">
            <a:off x="3598597" y="1633111"/>
            <a:ext cx="1947968" cy="2683250"/>
          </a:xfrm>
          <a:prstGeom prst="wedgeRectCallout">
            <a:avLst>
              <a:gd name="adj1" fmla="val 62500"/>
              <a:gd name="adj2" fmla="val 20819"/>
            </a:avLst>
          </a:prstGeom>
          <a:solidFill>
            <a:srgbClr val="E4E6BE"/>
          </a:solidFill>
          <a:ln w="19050" cmpd="sng" cap="flat">
            <a:solidFill>
              <a:srgbClr val="FDFAF7"/>
            </a:solidFill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150" name="矩形"/>
          <p:cNvSpPr>
            <a:spLocks/>
          </p:cNvSpPr>
          <p:nvPr/>
        </p:nvSpPr>
        <p:spPr>
          <a:xfrm rot="0">
            <a:off x="3845600" y="1633111"/>
            <a:ext cx="1700965" cy="26832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0800" tIns="50800" rIns="50800" bIns="50800" anchor="t" anchorCtr="0">
            <a:prstTxWarp prst="textNoShape"/>
          </a:bodyPr>
          <a:lstStyle/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3. Field Action</a:t>
            </a:r>
            <a:br>
              <a:rPr lang="zh-CN" altLang="en-US" sz="1600" b="0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</a:b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DM check whether the issue has completely been resolved by the admin.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51" name="矩形"/>
          <p:cNvSpPr>
            <a:spLocks/>
          </p:cNvSpPr>
          <p:nvPr/>
        </p:nvSpPr>
        <p:spPr>
          <a:xfrm rot="0">
            <a:off x="3600702" y="502744"/>
            <a:ext cx="1947968" cy="859625"/>
          </a:xfrm>
          <a:prstGeom prst="rect"/>
          <a:solidFill>
            <a:srgbClr val="E4E6BE"/>
          </a:solidFill>
          <a:ln w="19050" cmpd="sng" cap="flat">
            <a:solidFill>
              <a:srgbClr val="FDFAF7"/>
            </a:solidFill>
            <a:prstDash val="solid"/>
            <a:miter/>
          </a:ln>
        </p:spPr>
      </p:sp>
      <p:sp>
        <p:nvSpPr>
          <p:cNvPr id="152" name="矩形"/>
          <p:cNvSpPr>
            <a:spLocks/>
          </p:cNvSpPr>
          <p:nvPr/>
        </p:nvSpPr>
        <p:spPr>
          <a:xfrm rot="0">
            <a:off x="3600702" y="502744"/>
            <a:ext cx="1947968" cy="8596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0800" tIns="50800" rIns="50800" bIns="50800" anchor="ctr" anchorCtr="0">
            <a:prstTxWarp prst="textNoShape"/>
          </a:bodyPr>
          <a:lstStyle/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DFAF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*</a:t>
            </a:r>
            <a:endParaRPr lang="zh-CN" altLang="en-US" sz="1600" b="0" i="0" u="none" strike="noStrike" kern="1200" cap="none" spc="0" baseline="0">
              <a:solidFill>
                <a:srgbClr val="FDFAF6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53" name="矩形标注"/>
          <p:cNvSpPr>
            <a:spLocks/>
          </p:cNvSpPr>
          <p:nvPr/>
        </p:nvSpPr>
        <p:spPr>
          <a:xfrm rot="0">
            <a:off x="1652733" y="1726773"/>
            <a:ext cx="1947968" cy="2894381"/>
          </a:xfrm>
          <a:prstGeom prst="wedgeRectCallout">
            <a:avLst>
              <a:gd name="adj1" fmla="val 62500"/>
              <a:gd name="adj2" fmla="val 20819"/>
            </a:avLst>
          </a:prstGeom>
          <a:solidFill>
            <a:srgbClr val="E4E6BE"/>
          </a:solidFill>
          <a:ln w="19050" cmpd="sng" cap="flat">
            <a:solidFill>
              <a:srgbClr val="FDFAF7"/>
            </a:solidFill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154" name="矩形"/>
          <p:cNvSpPr>
            <a:spLocks/>
          </p:cNvSpPr>
          <p:nvPr/>
        </p:nvSpPr>
        <p:spPr>
          <a:xfrm rot="0">
            <a:off x="1899735" y="1726773"/>
            <a:ext cx="1700964" cy="289438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0800" tIns="50800" rIns="50800" bIns="50800" anchor="t" anchorCtr="0">
            <a:prstTxWarp prst="textNoShape"/>
          </a:bodyPr>
          <a:lstStyle/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2. Dashboard Overview</a:t>
            </a:r>
            <a:br>
              <a:rPr lang="zh-CN" altLang="en-US" sz="1600" b="0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</a:b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The DM sees: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Verified issues only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Priority ranking based on likes and engagement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Exact issue location on map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55" name="矩形"/>
          <p:cNvSpPr>
            <a:spLocks/>
          </p:cNvSpPr>
          <p:nvPr/>
        </p:nvSpPr>
        <p:spPr>
          <a:xfrm rot="0">
            <a:off x="1650630" y="1057582"/>
            <a:ext cx="1947968" cy="687827"/>
          </a:xfrm>
          <a:prstGeom prst="rect"/>
          <a:solidFill>
            <a:srgbClr val="E4E6BE"/>
          </a:solidFill>
          <a:ln w="19050" cmpd="sng" cap="flat">
            <a:solidFill>
              <a:srgbClr val="FDFAF7"/>
            </a:solidFill>
            <a:prstDash val="solid"/>
            <a:miter/>
          </a:ln>
        </p:spPr>
      </p:sp>
      <p:sp>
        <p:nvSpPr>
          <p:cNvPr id="156" name="矩形"/>
          <p:cNvSpPr>
            <a:spLocks/>
          </p:cNvSpPr>
          <p:nvPr/>
        </p:nvSpPr>
        <p:spPr>
          <a:xfrm rot="0">
            <a:off x="1650630" y="1057582"/>
            <a:ext cx="1947968" cy="6878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0800" tIns="50800" rIns="50800" bIns="50800" anchor="ctr" anchorCtr="0">
            <a:prstTxWarp prst="textNoShape"/>
          </a:bodyPr>
          <a:lstStyle/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accent6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1.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Authority </a:t>
            </a:r>
            <a:endParaRPr lang="en-US" altLang="zh-CN" sz="1600" b="1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l" defTabSz="71120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 LOGINS</a:t>
            </a:r>
            <a:endParaRPr lang="zh-CN" altLang="en-US" sz="1600" b="1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  <p:sp>
        <p:nvSpPr>
          <p:cNvPr id="157" name="矩形"/>
          <p:cNvSpPr>
            <a:spLocks/>
          </p:cNvSpPr>
          <p:nvPr/>
        </p:nvSpPr>
        <p:spPr>
          <a:xfrm rot="0">
            <a:off x="3598606" y="201164"/>
            <a:ext cx="5889521" cy="1177289"/>
          </a:xfrm>
          <a:prstGeom prst="rect"/>
          <a:solidFill>
            <a:schemeClr val="bg1"/>
          </a:solidFill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600" b="0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Sabon Next LT" pitchFamily="0" charset="0"/>
                <a:ea typeface="宋体" pitchFamily="0" charset="0"/>
                <a:cs typeface="Sabon Next LT" pitchFamily="0" charset="0"/>
              </a:rPr>
              <a:t>3. AUTHORITY  FLOW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Sabon Next LT" pitchFamily="0" charset="0"/>
              <a:ea typeface="宋体" pitchFamily="0" charset="0"/>
              <a:cs typeface="Sabon Next LT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296423"/>
      </p:ext>
    </p:extLst>
  </p:cSld>
  <p:clrMapOvr>
    <a:masterClrMapping/>
  </p:clrMapOvr>
  <p:transition spd="slow">
    <p:cover/>
  </p:transition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文本框"/>
          <p:cNvSpPr>
            <a:spLocks noGrp="1"/>
          </p:cNvSpPr>
          <p:nvPr>
            <p:ph type="ctrTitle"/>
          </p:nvPr>
        </p:nvSpPr>
        <p:spPr>
          <a:xfrm rot="0">
            <a:off x="914401" y="849781"/>
            <a:ext cx="5715000" cy="27277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all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Lucida Sans" pitchFamily="0" charset="0"/>
              </a:rPr>
              <a:t>Thank </a:t>
            </a:r>
            <a:br>
              <a:rPr lang="zh-CN" altLang="en-US" sz="3600" b="1" i="0" u="none" strike="noStrike" kern="1200" cap="all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Lucida Sans" pitchFamily="0" charset="0"/>
              </a:rPr>
            </a:br>
            <a:r>
              <a:rPr lang="en-US" altLang="zh-CN" sz="3600" b="1" i="0" u="none" strike="noStrike" kern="1200" cap="all" spc="0" baseline="0">
                <a:solidFill>
                  <a:schemeClr val="accent6"/>
                </a:solidFill>
                <a:latin typeface="Arial Black" pitchFamily="0" charset="0"/>
                <a:ea typeface="宋体" pitchFamily="0" charset="0"/>
                <a:cs typeface="Lucida Sans" pitchFamily="0" charset="0"/>
              </a:rPr>
              <a:t>you</a:t>
            </a:r>
            <a:endParaRPr lang="zh-CN" altLang="en-US" sz="3600" b="1" i="0" u="none" strike="noStrike" kern="1200" cap="all" spc="0" baseline="0">
              <a:solidFill>
                <a:schemeClr val="accent6"/>
              </a:solidFill>
              <a:latin typeface="Arial Black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63307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">
  <a:themeElements>
    <a:clrScheme name="Custom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Custom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3.xml><?xml version="1.0" encoding="utf-8"?>
<a:theme xmlns:a="http://schemas.openxmlformats.org/drawingml/2006/main" name="handoutMaster1">
  <a:themeElements>
    <a:clrScheme name="handout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handout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handout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216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Anjali Singh</dc:creator>
  <cp:lastModifiedBy>root</cp:lastModifiedBy>
  <cp:revision>1</cp:revision>
  <dcterms:created xsi:type="dcterms:W3CDTF">2026-02-05T12:30:21Z</dcterms:created>
  <dcterms:modified xsi:type="dcterms:W3CDTF">2026-04-17T23:18:36Z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ontentTypeId">
    <vt:lpwstr>0x01010079F111ED35F8CC479449609E8A0923A6</vt:lpwstr>
  </property>
</Properties>
</file>